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3 opener. The headline shift since 2024: half of what students used to write manually is now done by the Compiler. The skill is knowing what's left.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matters. Measurement before any optimization. Compiler before manual. Code splitting before virtualization. Off-main-thread is last.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minutes. The most-skipped step in the most-discussed phase. Hammer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students this is the cultural norm being challenged. Senior devs in particular have habits to unlearn.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room hasn't used the Profiler tab, this is a good moment for a 30-second screen share.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 replacing FID in 2024 is the headline. Old Lighthouse audits cite FID — modern ones use INP.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~12 minutes here. The Compiler is what changes the answer to most of 2024's perf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end result, less code. The Compiler doesn't 'try harder' — it does the same memoization you'd write by hand, but it does it on every component without you having to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prevents over-trust in the Compiler. The Compiler is a tool, not a magic wand.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eslint plugin is what makes the Compiler usable in a team. Without it, bail-outs are silent. With it, they're build errors.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this as 'never use manual memo.' Read it as: when you reach for it, have a specific reason that the Compiler can't address.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Settings bundle isn't fetched until showSettings becomes true. Pair with Suspense for the loading 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bundle analyzer is what tells you which of these to attack first. Run it before optimizing.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of thumb: if your list has more than ~100 items and they're non-trivial to render, virtualize.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Vite has first-class worker support — `new Worker(new URL('./worker.js', import.meta.url))` just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'continuous sampled' vs 'final state' framing helps students pick. Both are in lodash; both are also one-line custom hooks.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Photograph-this slide. The ordering matters — most teams skip step 1 and over-do step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is especially prone to performance theater. The 'optimize without measuring' habit is what students must unlearn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the before/after numbers are a hard deliverable. No vibes — actual measurements.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Hand-off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progress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5420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 in the Compiler Era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first. Use the Compiler. Reach for hand work only when the data says so.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minutes  ·  Lecture + demos  ·  Lab 6 follows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728655" y="466344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we'll cover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tools, in the order you'd reach for them.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56232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7647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600200" y="210312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Profiler, Lighthouse, Core Web Vitals — before any optimization.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77240" y="2606040"/>
            <a:ext cx="106070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7706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26791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React Compiler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600200" y="301752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Auto-memoization. What it does, what it doesn't.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77240" y="3520440"/>
            <a:ext cx="106070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85032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00200" y="35935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 memoization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600200" y="393192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useMemo, useCallback, React.memo still earn their keep.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77240" y="4434840"/>
            <a:ext cx="106070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599432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00200" y="45079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splitting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600200" y="484632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React.lazy + Suspense. Route-level and component-level.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777240" y="5349240"/>
            <a:ext cx="106070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513832"/>
            <a:ext cx="457200" cy="4572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600200" y="54223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Beyond the render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1600200" y="576072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Virtualization, Web Workers, throttling/debouncing.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 First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without measurement is theater. Pick a tool, get a baseline.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'no measurement' trap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performance work in 2026 React is on the wrong thing.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Symptom: 'Add useMemo everywhere, just in case'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69164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Memoization without measurement adds bugs and code, not speed. Most components don't need it.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74320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2608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834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Symptom: 'It feels slow'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691640" y="3154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numbers, you can't tell if your fix worked. You're chasing a vibe.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7947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776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Symptom: 'The first thing I tried was code splitting'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69164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bottleneck is a render storm, code splitting won't help. Profile first.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846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02920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937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Symptom: 'I'll just optimize all the things'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691640" y="5257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components are not the bottleneck. Optimizing 80% of components for 0% gain is what burns weeks.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DevTools profiler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 render counts and durations. Tells you which components are actually expensive.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to use it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349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Profiler tab in React DevTools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record, interact with your app, click stop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flame graph shows render time per component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by 'rendered most' to find re-render storms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bar to see why that component rendered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to look for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55080" y="192024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rendering on every keystroke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component rendering &gt;10× per user action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render durations (&gt;16ms = dropped frame)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'Why did this render?' showing prop changes you didn't intend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Unexpected re-renders after the Compiler memoizes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Lighthouse + Core Web Vitals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Lighthouse measures the user's experience. Profiler measures your code.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LCP — Largest Contentful Paint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6012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good: ≤ 2.5s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126480" y="17830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quickly the main content appears. Server Components and streaming help most.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274320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834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INP — Interaction to Next Paint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60120" y="3154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good: ≤ 200ms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26480" y="28346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responsive your app feels. Replaced FID in 2024. Long tasks are the killer.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7947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CLS — Cumulative Layout Shift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60120" y="4206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good: ≤ 0.1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126480" y="38862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stable the layout is. Skeletons that match real content shape avoid this.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4846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937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TTFB — Time to First Byte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60120" y="5257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good: ≤ 800ms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126480" y="49377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response time. Mostly your backend, but streaming SSR helps.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React Compiler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Auto-memoization. The biggest 2024-to-2026 shift in how we write React.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Compiler does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your component, figures out what's safe to memoize, generates the equivalent code.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 — manual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349240" cy="36576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5740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items, query })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filtered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useMemo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=&gt; items.filter(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i.includes(query)),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[items, query]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onClick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useCallback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(e) =&gt; save(e), [save]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&lt;Items items={filtered} onClick={onClick} /&gt;;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memo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(List);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 — Compiler enabled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029200" cy="36576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0574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items, query })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filtered = items.filter(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i.includes(query)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onClick = (e) =&gt; save(e);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&lt;Items items={filtered} onClick={onClick} /&gt;;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Compiler memoizes equivalently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List;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Compiler doesn't do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Knowing the limits is what keeps performance work honest.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10512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373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doesn't fix Rules of Hooks violations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989320" y="17373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rules as before. Components that violate them bail out — and you get an eslint warning.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56032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67919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6060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doesn't memoize across mutation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989320" y="26060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Mutating an object and reusing it still breaks memoization. Use immutable updates.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42900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547872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54480" y="347472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doesn't replace algorithmic optimization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5989320" y="34747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O(n²) filter is still O(n²). Look at the data, not just the renders.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2976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416552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434340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doesn't help with non-React work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989320" y="43434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200ms blocking request is still 200ms. Web Workers, Suspense, streaming still apply.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777240" y="516636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285232"/>
            <a:ext cx="457200" cy="4572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54480" y="52120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doesn't make a slow render fast</a:t>
            </a:r>
            <a:endParaRPr lang="en-US" sz="1250" dirty="0"/>
          </a:p>
        </p:txBody>
      </p:sp>
      <p:sp>
        <p:nvSpPr>
          <p:cNvPr id="24" name="Text 17"/>
          <p:cNvSpPr/>
          <p:nvPr/>
        </p:nvSpPr>
        <p:spPr>
          <a:xfrm>
            <a:off x="5989320" y="521208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single render is slow because the work is heavy, memoization caches it but the first run is the same speed.</a:t>
            </a:r>
            <a:endParaRPr lang="en-US" sz="1150" dirty="0"/>
          </a:p>
        </p:txBody>
      </p:sp>
      <p:sp>
        <p:nvSpPr>
          <p:cNvPr id="25" name="Text 1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Compiler eslint plugin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Tells you which components opted out of memoization. Treat its warnings as bugs.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18288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.eslintrc.cjs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module.exports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plugins: [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'react-compiler'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rules: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'react-compiler/react-compiler'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'error'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3657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Common bail-out causes the lint will flag: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4023360"/>
            <a:ext cx="10607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Mutating values inside the render function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Calling functions with side effects during render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refs.current.value as if it were reactive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hook calls (always a violation, regardless of compiler)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manual memoization still earns its keep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cases the Compiler won't reach. Reach for hand work only when the data says so.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Truly expensive computations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69164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processing, large CSV parses — useMemo prevents redundant work even with the Compiler enabled.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74320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2608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834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Stable references for external libs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691640" y="3154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libraries (D3, charts) misbehave when their props change identity. useCallback gives you that stability.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7947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776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Components that opted out of the Compiler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69164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code with side effects in render. eslint plugin shows you which.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846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02920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937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Object/array deps in useEffect or useMemo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691640" y="5257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derive an object you pass as a dep, you may need useMemo even with the Compiler — depends on your code shape.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Splitting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ship code the user won't use. The bundle analyzer is your friend.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React.lazy + Suspense — the basics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Defer loading a component until it's actually rendered.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1148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lazy, Suspense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'react'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Settings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lazy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(() =&gt; import(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'./Settings'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[showSettings, setShowSettings]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&lt;button onClick={() =&gt; setShowSettings(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)}&gt;Open settings&lt;/button&gt;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{showSettings &amp;&amp;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&lt;Suspense fallback={&lt;Spinner /&gt;}&gt;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&lt;Settings /&gt;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&lt;/Suspense&gt;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code splitting actually wins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 split routes for free. Your job is to spot the components inside a route.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10512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373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Routes — usually automatic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212080" y="173736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and RR v7 split per-route by default. Each page is its own chunk.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56032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679192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606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Modal dialogs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212080" y="260604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by user action, often heavy (rich-text editor, file picker). Lazy-load on first open.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42900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547872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4747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or settings panels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5212080" y="34747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users never open them. Don't ship that JS in the main bundle.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2976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416552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43434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Visualization libraries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212080" y="434340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Chart.js, D3, Recharts can be 100KB+. Lazy-load the visualization, not the page.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777240" y="516636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285232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08760" y="5212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Tiny utilities</a:t>
            </a:r>
            <a:endParaRPr lang="en-US" sz="1250" dirty="0"/>
          </a:p>
        </p:txBody>
      </p:sp>
      <p:sp>
        <p:nvSpPr>
          <p:cNvPr id="24" name="Text 17"/>
          <p:cNvSpPr/>
          <p:nvPr/>
        </p:nvSpPr>
        <p:spPr>
          <a:xfrm>
            <a:off x="5212080" y="521208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Splitting a 2KB module costs more in network round-trips than it saves.</a:t>
            </a:r>
            <a:endParaRPr lang="en-US" sz="1150" dirty="0"/>
          </a:p>
        </p:txBody>
      </p:sp>
      <p:sp>
        <p:nvSpPr>
          <p:cNvPr id="25" name="Text 1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Beyond the Render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Sometimes the bottleneck isn't React — it's the work React is asking the browser to do.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Virtualization — render only what's visible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lists are death. TanStack Virtual renders only the rows in view.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1148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useVirtualizer } from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'@tanstack/react-virtual'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BigList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items })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parentRef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useRef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virtualizer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useVirtualizer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count: items.length,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getScrollElement: () =&gt; parentRef.current,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estimateSize: () =&gt;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ref={parentRef} style={{ height: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overflow: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'auto'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}}&gt;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&lt;div style={{ height: virtualizer.getTotalSize() }}&gt;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{virtualizer.getVirtualItems().map(({ key, index, start }) =&gt; 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&lt;Row key={key} data={items[index]} top={start} /&gt;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))}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&lt;/div&gt;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Workers — off the main thread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calculation locks the UI, move it to a worker. The main thread stays responsive.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a worker when: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349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computation takes &gt;50ms and runs frequently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Parsing large JSON or CSV blobs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processing in JS (resize, filter)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Cryptography (hashing, encrypting client-side data)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that drops INP below 200ms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Don't reach for it when: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55080" y="192024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is fast (&lt;16ms) — overhead exceeds benefit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needs DOM access (workers can't reach it)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round-trip dominates the work itself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Components could do it instead — usually they should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5029200"/>
            <a:ext cx="10607040" cy="109728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349240"/>
            <a:ext cx="502920" cy="5029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91640" y="50749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Comlink (https://github.com/GoogleChromeLabs/comlink) makes worker messaging feel like async function calls. Strongly recommended over raw postMessage.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25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Throttling vs debouncing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limit how often a handler runs. They limit it differently.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3492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74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Throttle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2468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AT MOST every N ms.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continuous events you want sampled regularly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Scroll handlers (sticky header, infinite scroll trigger)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Mousemove handlers (drag tracking)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Resize handlers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0292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Debounce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37960" y="2468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ONCE after N ms of quiet.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3063240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you only care about the final state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Search-as-you-type (fire after typing stops)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Auto-save (after the user stops editing)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validation (after the user pauses input)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25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Putting it Together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 flow. AI mistakes. Then the lab.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 decision 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questions, in order.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1856232"/>
            <a:ext cx="411480" cy="41148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08760" y="17373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you measure?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715000" y="173736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no — go measure. Profiler + Lighthouse first.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256032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724912"/>
            <a:ext cx="411480" cy="41148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724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26060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bundle bloated?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715000" y="260604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→ code splitting. React.lazy + Suspense around big modules.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342900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3593592"/>
            <a:ext cx="411480" cy="41148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593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34747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single component re-rendering too much?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715000" y="347472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says so → check the Compiler eslint output. Manual memo only if needed.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" y="42976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4462272"/>
            <a:ext cx="411480" cy="41148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44622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08760" y="43434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list long?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715000" y="434340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 items → virtualize. TanStack Virtual is the go-to.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77240" y="516636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60120" y="5330952"/>
            <a:ext cx="411480" cy="41148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5330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08760" y="5212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calculation blocking the main thread?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715000" y="52120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→ Web Worker. Or move to the server.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25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mistakes in performance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look for when AI suggests an optimization.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useMemo/useCallback to every value (cargo-culted from 2024)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React.memo wrapping every component, even ones with complex props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7724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918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5448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useEffect for derived data — same mistake as Module 2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12648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29184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90372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splitting tiny utility modules — net regression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77724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5720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5448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Suggesting Web Workers for fast computations (overhead &gt; work)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612648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457200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90372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Optimizing without measuring first — the cardinal AI sin here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25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7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remember when you're back at your desk.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10512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3736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before you optimize. Profiler for component cost, Lighthouse for user experience.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7240" y="2404872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2374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450592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the React Compiler. Most manual useMemo/useCallback/React.memo from 2024 becomes optional.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77240" y="3118104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36976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08760" y="3163824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memoization still wins for truly expensive work and stable references for external libs.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77240" y="3831336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950208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508760" y="3877056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splitting wins on routes (free), modals, and visualization libraries — not on tiny utilities.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777240" y="4544568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663440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08760" y="459028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Virtualize lists with more than ~100 items. Web Workers for &gt;50ms blocking work.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777240" y="525780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5376672"/>
            <a:ext cx="365760" cy="36576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508760" y="530352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Throttle for sampled continuous events; debounce for 'final value' events.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25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Coming up: Lab 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the social-media app, identify bottlenecks, apply at least three optimizations.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92024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94560" y="19202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6: Profile and Optimize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21945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minutes  ·  Hands-on  ·  Solution branch: solution/lab-06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97280" y="3200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you'll do: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97280" y="361188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Profiler and Lighthouse to capture a baseline of the social-media app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the top three bottlenecks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at least three different optimizations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before/after numbers (render time, bundle size, or Web Vitals)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Stretch: add a virtualized posts feed using TanStack Virtual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25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 the lab: Module 8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React apps in 2026 — Vitest, RTL, MSW, Playwright.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20624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011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8 covers: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2606040"/>
            <a:ext cx="10058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 as the test runner — fast, ESM-native, Jest-compatible API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Testing Library — query priorities, user-event, async patterns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MSW for API mocking — same mocks for tests and dev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 for end-to-end (overview)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Evaluating AI-generated tests — behavior vs implementation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25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we are in Day 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done. Testing and AI still to come.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920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 plan: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2377440"/>
            <a:ext cx="10058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 in the Compiler era ✓ (just finished)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6 — Profile and optimize (next)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7 — Test suite from scratch + AI-generated test review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Advanced React with AI assistants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8 — AI-assisted feature, end to end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concerns + wrap-up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WatzThis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React — Module 7: Performance</dc:title>
  <dc:subject>PptxGenJS Presentation</dc:subject>
  <dc:creator>Chris Minnick</dc:creator>
  <cp:lastModifiedBy>Chris Minnick</cp:lastModifiedBy>
  <cp:revision>1</cp:revision>
  <dcterms:created xsi:type="dcterms:W3CDTF">2026-05-07T17:50:12Z</dcterms:created>
  <dcterms:modified xsi:type="dcterms:W3CDTF">2026-05-07T17:50:12Z</dcterms:modified>
</cp:coreProperties>
</file>