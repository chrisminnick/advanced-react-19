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opener. The biggest mindset shift from 2024: stop reaching for one global store by default. Start from 'where does this state actually live?'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proliferation isn't accidental — each tool has a real reason to exist. The skill is matching the tool to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of the module — about 12 minutes. Get this framework into students' hands and the tool choices become almost mechanical.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biggest 2026 shift: a lot of what teams put in Redux in 2020 was actually server state. TanStack Query gave it a better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tree isn't religion — there are exceptions. But it filters out the bad reflex of 'spin up a Redux store for everything.'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~10 minutes. Most students know the syntax — the value here is in the trap-spotting.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2 covered the hooks themselves. This slide is about *defaulting* to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'bad fits' column is the one to slow down on. Context-as-store is the most common 2024-era antipattern still in production code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bridge to client stores. If you can show students the antipattern, the next section's tools land naturally.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~15 minutes. The lab right after this is pick-your-tool, so this section is the menu.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Stress: most apps don't need a store at all. Don't add one until you're hitting the cases on this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selector function (s) =&gt; s.items.length is the win. Only renders when the length changes, not when other store fields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Zustand is the right default for most teams that need a client store. Don't reach further unless you have a specific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derived-atom pattern is the killer feature. Each atom is independently subscribable. Easy to model complex relationships.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Jotai is a 'fits beautifully when the shoe fits' tool. Don't force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createSlice is the modern Redux. The 'verbosity' people complain about is the createStore + manual action creators path — that's not what RTK looks 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RTK Query is RTK's answer to TanStack Query. Same caching, invalidation, and hooks shape — but bundled with the rest of RTK. Worth picking if you're already on Redux.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students will photograph. Don't pretend any of these is universally best.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section but it's the most important framing in the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student leaves Module 4 with one idea, it's this slide: server state has different rules. Don't treat it like client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deep-dive — Module 5 is for that. This slide just makes the shape visible so students can place it relative to client stores.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takeaway visualization. Half the store gone. The other half might not even need a store — useState would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 minutes. Sets up Lab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Photograph-this slide. Students will refer back to this for the pick-your-tool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pattern as Module 2's checklist — give students a frame for spotting AI mistakes specific to state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wrap-up before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sure students understand the 60-second pitch is a real deliverable. The defense forces them to commit to a 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hand-off slide. Don't dwell.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420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Management Without Dogma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right tool for the job. "Global state for everything" is no longer the default.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983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minutes  ·  Lecture + demos  ·  Lab 3 follows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10728655" y="466344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 many state-management options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things called 'state management', solving five different problems.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212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91640"/>
            <a:ext cx="109728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useState / useReducer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3317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component state. Built in. Often the right answer.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212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691640"/>
            <a:ext cx="109728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API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3317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things through the tree without props. Not a store.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108960"/>
            <a:ext cx="5212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108960"/>
            <a:ext cx="109728" cy="123444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291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Zustand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7490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minimal client store. ~1KB. Hooks-shaped API.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3108960"/>
            <a:ext cx="5212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3108960"/>
            <a:ext cx="109728" cy="123444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291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Jotai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37490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state. Fine-grained subscriptions. Recoil's spiritual successor.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4526280"/>
            <a:ext cx="5212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526280"/>
            <a:ext cx="109728" cy="123444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7091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Redux Toolkit + RTK Query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5166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full-featured option. Verbose but complete.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26480" y="4526280"/>
            <a:ext cx="5212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4526280"/>
            <a:ext cx="109728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7091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TanStack Query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5166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state, masquerading as state management. Often eats half your store.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— State Management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Framework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this state live? Most of the rest follows from there.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with one question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this state actually live?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457200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1168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20116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does this state live?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097280" y="3200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it lives on the server,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97280" y="36118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…you have server state. Use TanStack Query, SWR, RTK Query, or Server Components. Don't put server data in a client store unless you've thought hard about it.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97280" y="44348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it lives in the client,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7280" y="4846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…you have client state. The next question becomes: how many components share it?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— State Management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tree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questions, six answers. Most state lands in the first two boxes.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51960" y="1463040"/>
            <a:ext cx="3657600" cy="64008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51960" y="1463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does the source of truth live?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2606040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606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35240" y="2606040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2606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80760" y="2103120"/>
            <a:ext cx="0" cy="27432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2377440"/>
            <a:ext cx="6263640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1800" y="2377440"/>
            <a:ext cx="0" cy="22860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35440" y="2377440"/>
            <a:ext cx="0" cy="22860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3520440"/>
            <a:ext cx="3200400" cy="77724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35204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 Query · SWR · RTK Query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(or Server Components)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71800" y="3154680"/>
            <a:ext cx="0" cy="36576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3520440"/>
            <a:ext cx="3200400" cy="54864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3520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widely is it shared?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35440" y="3154680"/>
            <a:ext cx="0" cy="36576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18120" y="4114800"/>
            <a:ext cx="1417320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35440" y="4069080"/>
            <a:ext cx="0" cy="4572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18120" y="4114800"/>
            <a:ext cx="0" cy="205740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18120" y="4617720"/>
            <a:ext cx="228600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18120" y="5394960"/>
            <a:ext cx="228600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6172200"/>
            <a:ext cx="228600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0" y="4297680"/>
            <a:ext cx="2788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38160" y="43434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component or its children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601200" y="4343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useState / useReducer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46720" y="5074920"/>
            <a:ext cx="2788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51206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subtree (e.g. a feature)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01200" y="5120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Lift state · Context for plumbing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46720" y="5852160"/>
            <a:ext cx="2788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38160" y="58978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the whole app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601200" y="58978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Zustand · Jotai · RTK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— State Management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Foundational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useState, useReducer, Context — and the antipatterns that keep them honest.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useState and useReducer — the right defaults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state in a 2026 React app is local. Resist the upgrade reflex.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Reach for useState first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91640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component reads or writes the value, that's where the state belongs. Don't lift until you have to.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274320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9260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834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functional updaters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691640" y="3154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setX(n =&gt; n + 1) when the next value depends on the previous. Race-safe under concurrent updates.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77240" y="379476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97764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3886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Lazy init for expensive defaults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691640" y="4206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useState(() =&gt; expensive()) runs the function once on mount, not on every render.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77240" y="484632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02920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4937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useReducer when transitions get complex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691640" y="5257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related fields, validation, undo/redo, state machines. The transition function tests in isolation.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— State Management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— plumbing, not a store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values through the tree without props. That's it. Everything else is misuse.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Good fits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349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(dark/light, brand colors)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Authenticated user object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i18n locale + translation function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pre-instantiated client (e.g., apollo, query client)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550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 fits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55080" y="192024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Frequently-changing values that re-render the whole tree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 of items most of the tree doesn't read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data — use TanStack Query instead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you'd need to subscribe to a slice of (use a store)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"State management" — context is plumbing, not management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— State Management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context-as-store antipattern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consumer re-renders when ANY value changes. At scale, this is a perf bug waiting.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trap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5349240" cy="402336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4983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 context for everything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AppCtx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createContext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AppProvider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children })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[user, setUser]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[theme, setTheme]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[posts, setPosts]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([]);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[drawer, setDrawer]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&lt;AppCtx.Provider value={{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user, setUser, theme, setTheme,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posts, setPosts, drawer, setDrawer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}}&gt;{children}&lt;/AppCtx.Provider&gt;;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550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bites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192024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setState rebuilds the value object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consumer re-renders, even if it only read user.name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Memoization helps but the object changes anyway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 new field means re-rendering the whole tree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4297680"/>
            <a:ext cx="5029200" cy="164592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475488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78040" y="434340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find yourself adding a fifth value to one context, it's a store now. Reach for one.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— State Management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Stores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Zustand, Jotai, Redux Toolkit. Same problem space, three sensibilities.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reach for a store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app needs one. Most that do, need a small 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288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3736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distant components read or write the same value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" y="2468880"/>
            <a:ext cx="10607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6060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51460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want subscribers to render only when their slice changes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77240" y="3246120"/>
            <a:ext cx="10607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38328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29184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need to be testable in isolation, separately from the UI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777240" y="4023360"/>
            <a:ext cx="10607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16052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406908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want time-travel debugging or middleware (logging, persistence)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777240" y="4800600"/>
            <a:ext cx="10607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93776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08760" y="484632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context provider has grown more than four or five values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960120" y="5715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 above? Stick with useState. The simplest tool that works is the right one.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— State Management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Zustand — the minimal store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~1KB. A hook factory. Subscribers re-render only when their slice changes.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20624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 } from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'zustand'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useCart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((set) =&gt; 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items: [],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add: 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set((s) =&gt; ({ items: [...s.items, item] })),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remove: 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set((s) =&gt; ({ items: s.items.filter(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i.id !== id) })),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clear: () =&gt; set({ items: [] }),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 any component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CartCount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count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useCart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((s) =&gt; s.items.length);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&lt;span&gt;{count}&lt;/span&gt;;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— State Management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Zustand — what you get and don't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minimum-surface-area store. Sometimes you want more.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349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 — bundle and mental footprint both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Selectors give per-slice subscriptions for free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Provider needed in your tree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test the store in isolation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Plays well with TS and the React Compiler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550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Trade-offs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55080" y="192024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formal action type — actions are just methods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convention for a large team — easy to drift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built-in middleware ecosystem to match Redux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DevTools work, but the trace isn't as rich as Redux's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— State Management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Jotai — atomic state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as small atoms you compose. Recoil's spiritual successor with a smaller API surface.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20624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atom, useAtom } from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'jotai'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primitive atoms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cartItemsAtom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atom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([]);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promoCodeAtom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atom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derived atom (read-only)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cartTotalAtom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atom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((get)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items = get(cartItemsAtom);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promo = get(promoCodeAtom);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calcTotal(items, promo);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 a component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total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useAtomValue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(cartTotalAtom);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— State Management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Jotai — what you get and don't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state is naturally graph-shaped, this fits. If it's flat, this is overkill.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349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Fine-grained subscriptions per atom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atoms model dependencies cleanly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atoms integrate with Suspense naturally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TS inference — atom types compose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550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Trade-offs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55080" y="192024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model differs from Redux/Zustand — onboarding cost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DevTools are functional but less mature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atom graphs can become hard to reason about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community — fewer middleware options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— State Management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Redux Toolkit + RTK Query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full-featured option. Verbose, opinionated, complete.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20624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store/cartSlice.js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createSlice } from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'@reduxjs/toolkit'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cartSlice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createSlice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'cart'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initialState: { items: []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reducers: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add: 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action) =&gt; { state.items.push(action.payload);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remove: 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action)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state.items = state.items.filter(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i.id !== action.payload);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{ add, remove } = cartSlice.actions;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cartSlice.reducer;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— State Management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RTK Query — the bundled server-state piece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you're already on RTK, you may not need TanStack Query.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20624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createApi, fetchBaseQuery } from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'@reduxjs/toolkit/query/react'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api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createApi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baseQuery: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fetchBaseQuery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baseUrl: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tagTypes: [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'Posts'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endpoints: (build) =&gt; 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listPosts: build.query({ query: () =&gt;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'/posts'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providesTags: [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'Posts'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}),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createPost: build.mutation({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query: 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({ url: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'/posts'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method: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'POST'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body }),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invalidatesTags: [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'Posts'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{ useListPostsQuery, useCreatePostMutation } = api;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— State Management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stores at a glance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by team size, app shape, and the value of conventions.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325880"/>
            <a:ext cx="10607040" cy="41148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25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Dimension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70332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Zustand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Jotai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49640" y="1325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Redux Toolkit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1737360"/>
            <a:ext cx="10607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size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03320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~1KB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26480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~3KB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54964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~12KB + middleware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" y="2395728"/>
            <a:ext cx="1060704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4414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surface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03320" y="24414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26480" y="24414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49640" y="24414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Medium-large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3054096"/>
            <a:ext cx="10607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09981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03320" y="30998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Loose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26480" y="30998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Atom-based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49640" y="309981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(slices, selectors, tags)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7240" y="3712464"/>
            <a:ext cx="1060704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375818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DevTools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03320" y="375818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26480" y="375818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549640" y="375818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in class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77240" y="4370832"/>
            <a:ext cx="10607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4165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state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03320" y="44165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BYO (e.g. TanStack Query)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26480" y="44165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BYO or async atoms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549640" y="44165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Bundled (RTK Query)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77240" y="5029200"/>
            <a:ext cx="1060704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5074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703320" y="5074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apps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26480" y="5074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Graph-shaped state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549640" y="5074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teams, conventions matter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— State Management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State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data lives on the server, treat it differently. Half your old store probably belongs here.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state is different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your state. Not your source of truth. A cached view of someone else's truth.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can change behind your back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91640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user, another tab, a background job — the truth lives elsewhere.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274320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9260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834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needs invalidation, not just updates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691640" y="3154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local edit is provisional until the server confirms.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77240" y="379476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97764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3886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Loading and error are first-class concerns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691640" y="4206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wire is slow and unreliable. Don't pretend otherwise.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77240" y="484632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02920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4937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deduplicates across the app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691640" y="5257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components asking for the same posts shouldn't fire two requests.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— State Management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TanStack Query — the canonical lever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covers it in depth. Here, just see the shape.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20624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useQuery, useMutation, useQueryClient } from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'@tanstack/react-query'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PostList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data, isPending, error }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useQuery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queryKey: [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'posts'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queryFn: () =&gt; api.listPosts(),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(isPending)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&lt;Skeleton /&gt;;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(error)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&lt;Error error={error} /&gt;;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&lt;ul&gt;{data.map(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&lt;Post key={p.id} {...p} /&gt;)}&lt;/ul&gt;;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— State Management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changes everything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split server state out, your client store gets dramatically smaller.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— everything in the store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349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user object (server)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 list (server)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post by id (server)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 being edited (client)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 open/closed (client)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(client)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panel (server)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selections (client)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550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— split by where truth lives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55080" y="192024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 Query (server)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· Posts · Single post · Notifications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store (or just useState)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 · Sidebar · Theme · Filters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— State Management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28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Picking and Defending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 on one slide. Then the lab.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framework — one more time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questions you ask, in order, for any piece of state.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874520"/>
            <a:ext cx="411480" cy="41148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1737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the source of truth live?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629400" y="17373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→ TanStack Query / RTK Query / Server Component.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56032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743200"/>
            <a:ext cx="411480" cy="41148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606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in only one component or its children?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29400" y="26060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useState or useReducer.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42900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3611880"/>
            <a:ext cx="411480" cy="41148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3474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you lift it to a common ancestor?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2940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and it stays small → just lift. Add Context for plumbing.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429768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4480560"/>
            <a:ext cx="411480" cy="41148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43434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shared widely across the app?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29400" y="43434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reach for a store.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" y="516636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5349240"/>
            <a:ext cx="411480" cy="41148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349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08760" y="5212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store?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629400" y="52120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Most: Zustand. Graph-shaped: Jotai. Large team + conventions: RTK.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— State Management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28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mistakes in state management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watch for when you ask AI to add state to your app.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830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Reaching for Redux when useState would do — over-engineering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0" y="169164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116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3720" y="17830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server data in a client store — duplicates, stale-state bugs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77240" y="297180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918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0632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with five values + setters — re-render storm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126480" y="297180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29184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03720" y="30632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useState mirroring props that should just be calculated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777240" y="425196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57200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54480" y="43434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stores when one slice would do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6126480" y="425196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572000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03720" y="43434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 for everything, including sensitive tokens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— State Management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28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4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remember when you're back at your desk.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5623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8308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question 'where does this state live?' — server vs client decides half the choice.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7240" y="256032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72491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65176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useState is still the right answer for most state. Don't upgrade reflexively.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77240" y="342900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593592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52044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is plumbing, not a store. If you have five values in a context, that's a store now.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77240" y="429768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462272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54480" y="438912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 is the right default client store for most apps.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777240" y="516636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330952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54480" y="525780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 Query (or RTK Query) eats half of what people used to put in Redux.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— State Management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28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Coming up: Lab 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tool. Refactor the social-media app's state. Defend your choice in 60 seconds.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9202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1920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3: Pick-Your-Tool State Refactor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19456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minutes  ·  Hands-on  ·  Three solution branches (one per tool)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3200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you'll do: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361188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social-media app — messy prop-drilling and ad-hoc context overuse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of: Zustand, Jotai, or RTK + RTK Query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 the state with your chosen tool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a 60-second pitch on why your tool was right for this app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Stretch: do it again with a second tool and write a comparison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— State Management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28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the lab: Module 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data fetching — TanStack Query in depth.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5 picks up where the server-state section ended: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606040"/>
            <a:ext cx="10058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flavors of data fetching in 2026 — client fetch, TanStack Query, Suspense + use(), server-side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 Query in depth — queries, mutations, invalidation, optimistic updates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boundaries and retry strategies that don't lie to your users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4: convert the social-media app's ad-hoc fetch calls to TanStack Query, with optimistic updates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— State Management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WatzThis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React — Module 4: State Management Without Dogma</dc:title>
  <dc:subject>PptxGenJS Presentation</dc:subject>
  <dc:creator>Chris Minnick</dc:creator>
  <cp:lastModifiedBy>Chris Minnick</cp:lastModifiedBy>
  <cp:revision>1</cp:revision>
  <dcterms:created xsi:type="dcterms:W3CDTF">2026-05-07T02:08:35Z</dcterms:created>
  <dcterms:modified xsi:type="dcterms:W3CDTF">2026-05-07T02:08:35Z</dcterms:modified>
</cp:coreProperties>
</file>