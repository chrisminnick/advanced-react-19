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minutes. ~5 on landscape, ~10 each on Vitest, RTL, MSW, ~5 each on Playwright + Server Components, ~10 on AI-generated tests + lab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your team is on Jest, the migration to Vitest is real but small. Same `expect`, same `describe`/`it`. Mostly a config swap.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oversell. Vitest is a ~30% improvement on Jest for most teams. The big win is sharing one config with Vite.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Globals: true means describe/it/expect are global like Jest. Set false if you prefer explicit imports.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~12 minutes here. The philosophy slide is the load-bearing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moral foundation. AI-generated tests violate it constantly — that's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Photograph-this slide. The hierarchy is what makes a test resilient to refactors.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user-event is async — students forget to await it constantly. Watch for missing awaits in submitted lab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Arbitrary setTimeout-based waits are the #1 cause of flaky tests. Always use findBy or waitFor — they retry under the hood.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test. Note: nothing references useState, no spies on internal functions. The test would pass against a class component, a hooks component, or a Server Action — the behavior is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'same mocks for dev and tests' is the underrated win. Frontend devs often hit a wonky backend in dev and wish for a mock; MSW lets them have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of MSW uses http.get/post syntax. Older v1 used rest.get/post. If students see different syntax in older blog posts, that's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resetHandlers between tests is critical — without it, one test's override pollutes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 Overview only — the lab uses RTL/Vitest as the primary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pyramid heuristic is old but still right. Lab 7 stretch task is one Playwright e2e — that's the right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Codegen is the lifeline. Click around the app, get a working test scaffold. Then refactor for clarity.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with students: this is the area of testing that's still moving. Tooling will likely look different in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 — this is the lab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heart of the module. Hammer it. AI writes the left side by default unless you tell it otherwise.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students to take a screenshot — they'll need this checklist for Lab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lab. The keep/refactor/delete framing is the deliverable that forces the review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Hand-off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progress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React Apps in 2026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Vitest, RTL, MSW, Playwright. And the AI-generated test review skill.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·  Lecture + demos  ·  Lab 7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2026 testing stack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tools, each at a different layer.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92808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Vitest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2148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runner. Fast, ESM-native, Jest-compatible API. Replaces Jest in new projects.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" y="27889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90088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80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Testing Library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69164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DOM-querying library. Forces you to test what users see, not what your components import.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77240" y="388620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087368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977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MSW (Mock Service Worker)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69164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Intercepts network requests. Same mocks for tests and dev. No more mocking fetch by hand.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184648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074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Playwright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691640" y="5440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End-to-end. Real browser, real user flows. The expensive layer — use sparingly.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Vitest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Jest-compatible runner for the Vite era.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Vitest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API as Jest. Faster startup. ESM-native. Plays well with Vite.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Jest-compatible expect, describe, it, vi.fn()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212080" y="17373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Migrating from Jest is mostly removing config, not rewriting tests.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79192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606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ESM-native, no babel transform overhead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212080" y="26060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startup measured in hundreds of ms, not seconds.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47872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3474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 mode that's actually fast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5212080" y="34747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Re-runs only the affected tests on file change. Real TDD speed.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16552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4343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Built-in coverage via v8 (no Istanbul)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212080" y="43434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than Jest's coverage. JSON / HTML / lcov outputs supported.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285232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Shares your Vite config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5212080" y="52120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aliases, env vars, transformers — all reused from the app's Vite config.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Vitest — setup and a first test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files. Done.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594360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55778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vite.config.js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defineConfig }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'vitest/config'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react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'@vitejs/plugin-react'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defineConfig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 [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()],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'jsdom'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setupFiles: [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'./src/test/setup.js'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globals: </a:t>
            </a:r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949440" y="1554480"/>
            <a:ext cx="44348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1691640"/>
            <a:ext cx="4069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src/sum.test.js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sum }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'./sum'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'sum'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'adds two numbers'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(sum(1, 2)).toBe(3);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run: npx vitest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 Testing Library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what users see. Forget about implementation details.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RTL philosophy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test breaks every time you refactor without changing behavior, your test is wrong.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13716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more your tests resemble the way your software is used, the more confidence they can give you."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Kent C. Dodds, RTL author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 implications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74904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by ROLE first, then by accessible name, label, or text — not by class names or test IDs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 USER actions (user-event), not DOM events (fireEvent)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on what the user can perceive — visible text, focused element, navigation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test that a useState was called or that a callback received a specific argument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priority hierarchy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highest-priority query that fits. The lower you go, the brittler the test.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37944"/>
            <a:ext cx="292608" cy="292608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7373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getByRole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0" y="173736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to everyone, including screen readers. Almost always the right answer.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331720"/>
            <a:ext cx="106070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478024"/>
            <a:ext cx="292608" cy="292608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25880" y="2377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getByLabelText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3774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fields. Labels carry semantic meaning.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297180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3118104"/>
            <a:ext cx="292608" cy="292608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25880" y="30175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getByPlaceholderText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0" y="301752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for inputs without a proper label. Worse than 2 — fix the label instead.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3611880"/>
            <a:ext cx="106070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3758184"/>
            <a:ext cx="292608" cy="292608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3758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25880" y="36576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getByText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0" y="365760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Non-interactive content. Use sparingly — text changes more than roles.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25196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98264"/>
            <a:ext cx="292608" cy="292608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98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25880" y="4297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getByDisplayValue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42976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current value of an input. Useful in form-driven tests.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4892040"/>
            <a:ext cx="1060704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0" y="5038344"/>
            <a:ext cx="292608" cy="292608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5038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325880" y="4937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getByAltText, getByTitle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0" y="493776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Images, abbreviations. Tied to accessible attributes.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" y="553212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678424"/>
            <a:ext cx="292608" cy="292608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56784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325880" y="5577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getByTestId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72000" y="55778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resort. Treat as code smell — usually means the UI lacks accessibility metadata.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user-event vs fireEvent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type characters into a field. Only one simulates what the user actually does.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fireEvent — low-level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2286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fireEvent }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'@testing-library/react'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.change(input,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target: { value: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fires one synthetic event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429768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Skips: focus, keypress, key validation, paste handling.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user-event — high-level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1920240"/>
            <a:ext cx="5029200" cy="2286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userEvent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'@testing-library/user-event'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.setup();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user.type(input,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fires focus, keydown, keypress, keyup,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input, change — for each character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4297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Catches: missing key handlers, paste handlers, IME input, more.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349240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691640" y="5074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to user-event. Reach for fireEvent only when user-event can't simulate the action (rare in practice).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Async patterns — find vs waitFor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modern UI is async. Use the right primitive for the wait.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findBy: returns a promise that resolves when an element appears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post = await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.findByRole(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'article'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{ name: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/welcome/i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waitFor: re-runs the assertion until it passes (or times out)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waitFor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.getByText(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/loading/i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)).not.toBeInTheDocument();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waitForElementToBeRemoved: when something disappears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waitForElementToBeRemoved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.queryByText(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/loading/i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AVOID: arbitrary timeouts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new Promise(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setTimeout(r, 1000)); </a:t>
            </a:r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flaky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complete RTL example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 form's behavior, not its internals.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render, screen }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'@testing-library/react'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userEvent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'@testing-library/user-event'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LoginForm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'./LoginForm'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'LoginForm'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'shows a validation error when the password is empty'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async 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user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.setup();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(&lt;LoginForm /&gt;);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user.type(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.getByLabelText(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/email/i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'a@b.com'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user.click(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.getByRole(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'button'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{ name: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/sign in/i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(await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.findByText(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/password is required/i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.toBeInTheDocument();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MSW (Mock Service Worker)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at the network layer. Same mocks for tests AND dev.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MSW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Mocking fetch by hand has tradeoffs MSW avoids.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Without MSW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vi.fn() per fetch call — easy to forget one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Mocks live in tests; dev still hits the real API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Refactoring the API layer breaks all tests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simulate retries or error sequences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 MSW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Mocks intercept network requests below fetch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handlers run in tests, dev (service worker), and Storybook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Refactoring api.js doesn't break tests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simulate sequences: error then success on retry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4572000"/>
            <a:ext cx="10607040" cy="14630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983480"/>
            <a:ext cx="640080" cy="640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4617720"/>
            <a:ext cx="9418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 intercepts at the network layer using the Service Worker API in dev and a Node-side interceptor in tests. Your application code calls fetch as normal — it never knows about the mock.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MSW — setup and handlers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handlers once. Use them everywhere.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src/test/handlers.js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http, HttpResponse }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'msw'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handlers = [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'/api/posts'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() =&gt;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HttpResponse.json([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id: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title: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'Hello'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body: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'…'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.post(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'/api/posts'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async ({ request }) =&gt;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post = await request.json();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HttpResponse.json({ id: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...post }, { status: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'/api/posts/:id'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({ params }) =&gt;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HttpResponse.json({ id: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+params.id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title: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'…'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MSW in tests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up once in test setup. Override handlers per-test for edge cases.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src/test/setup.js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setupServer }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'msw/node'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handlers } from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'./handlers'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server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setupServer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(...handlers);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beforeAll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server.listen());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afterEach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server.resetHandlers());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afterAll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server.close());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Per-test override: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'shows error on 500'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async ()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server.use(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'/api/posts'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() =&gt; HttpResponse.error())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(&lt;PostsFeed /&gt;);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(await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.findByText(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/something went wrong/i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)).toBeInTheDocument();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Playwright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tests in a real browser. The expensive layer.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E2E is the right tool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Slow. Expensive to write. Highest confidence. Use sparingly.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 for Playwright when: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critical user flows end-to-end (auth, checkout, payment)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Catching cross-browser bugs (Safari, Firefox, Chrome)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real backend, not a mock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regression — screenshots over time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tests against staging or production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reach for Playwright when: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a single component's rendering (use RTL)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edge cases that need many runs (slow)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don't have CI capacity for browser test runs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 won't maintain flaky tests (E2E is flaky)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34924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91640" y="50749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80% RTL/unit, 15% integration, 5% E2E. Inverted ratios mean expensive, slow, flaky test suites.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Playwright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browser, real DOM, codegen for the boilerplate.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e2e/login.spec.ts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test, expect } from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'@playwright/test'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'user can sign in and reach the dashboard'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async ({ page }) =&gt;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page.goto(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'/login'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page.getByLabel(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'Email'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).fill(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'a@b.com'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page.getByLabel(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'Password'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).fill(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'secret123'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page.getByRole(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'button'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{ name: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'Sign in'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}).click();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(page).toHaveURL(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/.*dashboard/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(page.getByRole(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'heading'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{ name: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/welcome/i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})).toBeVisible();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run: npx playwright test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or: npx playwright codegen http://localhost:5173 (records actions)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the Server Side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newest territory. Tools are still maturing.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Server Components and Actions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is incomplete in mid-2026. Here's where it stands.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Action functions test like any async function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the action, call it with FormData, assert on the return value or DB state. Standard Vitest.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Components — mostly E2E for now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doesn't render Server Components directly. Either test the data layer with unit tests + the rendered output with Playwright, or use Next.js's experimental test helpers.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Mock the data layer, not the framework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that getPosts() returns the expected shape; test that the page renders that shape correctly. Don't try to mock React's renderer.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in doubt, push to the boundary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 contracts (input/output) and Client Component renders are both well-understood. The seam between them is where E2E earns its keep.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AI-Generated Tests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writes a lot of tests. Most of them test the wrong thing.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vs implementation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tests for the same component. One survives a refactor; one doesn't.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test (don't)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40233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'sets isOpen state on click'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setState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vi.spyOn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(React,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'useState'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(&lt;Drawer /&gt;);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fireEvent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.click(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.getByTestId(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'open-btn'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(setState).toHaveBeenCalledWith(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breaks if you switch to useReducer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breaks if you rename the state var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breaks if you change the test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 test (do)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40233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'opens drawer on click'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async ()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userEvent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.setup();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(&lt;Drawer /&gt;);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btn =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.getByRole(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'button'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user.click(btn);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.getByRole(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'navigation'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.toBeVisible();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passes for useState, useReducer,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Zustand, or RTK — same behavior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test red flags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read AI-generated tests, look for these.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56232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37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vi.spyOn() on React's hooks — testing internals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85623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37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getByTestId everywhere instead of getByRole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77240" y="265176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16352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26974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expect(setState).toHaveBeenCalledWith(...) — implementation coupling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126480" y="265176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816352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26974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fireEvent instead of userEvent — misses real user interactions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777240" y="361188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776472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36576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Mocking individual functions in api.js — should mock at the network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6126480" y="361188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776472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36576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setTimeout-based waits — flakiness factory</a:t>
            </a:r>
            <a:endParaRPr lang="en-US" sz="1150" dirty="0"/>
          </a:p>
        </p:txBody>
      </p:sp>
      <p:sp>
        <p:nvSpPr>
          <p:cNvPr id="23" name="Shape 15"/>
          <p:cNvSpPr/>
          <p:nvPr/>
        </p:nvSpPr>
        <p:spPr>
          <a:xfrm>
            <a:off x="777240" y="457200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736592"/>
            <a:ext cx="457200" cy="4572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554480" y="46177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that pass without rendering anything — checking pure utils only</a:t>
            </a:r>
            <a:endParaRPr lang="en-US" sz="1150" dirty="0"/>
          </a:p>
        </p:txBody>
      </p:sp>
      <p:sp>
        <p:nvSpPr>
          <p:cNvPr id="26" name="Shape 17"/>
          <p:cNvSpPr/>
          <p:nvPr/>
        </p:nvSpPr>
        <p:spPr>
          <a:xfrm>
            <a:off x="6126480" y="4572000"/>
            <a:ext cx="52120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4736592"/>
            <a:ext cx="457200" cy="45720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903720" y="46177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tests for entire components — every refactor fails them</a:t>
            </a:r>
            <a:endParaRPr lang="en-US" sz="1150" dirty="0"/>
          </a:p>
        </p:txBody>
      </p:sp>
      <p:sp>
        <p:nvSpPr>
          <p:cNvPr id="29" name="Text 1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8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 when you're back at your desk.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1051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&gt; Jest for new projects. Same API, faster startup, shared config with Vite.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2404872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2374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450592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BEHAVIOR, not implementation. Query by ROLE first; getByTestId is the last resort.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3118104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3697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163824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user-event over fireEvent. Always await it. It simulates real interaction.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77240" y="3831336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95020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3877056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 intercepts at the network layer. Same mocks for tests AND dev. Reset handlers between tests.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544568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59028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Playwright for critical flows only. 80/15/5 — unit/integration/E2E.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77240" y="5257800"/>
            <a:ext cx="10607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376672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508760" y="53035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tests need review. Look for spyOn, fireEvent, getByTestId, setTimeout.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baseline test suite, then have AI extend it. Review every line.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7: Test Suite from Scratch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minutes  ·  Hands-on  ·  AI-test review is the load-bearing part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Vitest + RTL + MSW for the social-media app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baseline test suite for one feature by hand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AI extend the suite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each AI-generated test as keep / refactor / delete with a written reason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add one Playwright e2e test for the auth flow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the lab: Module 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with AI assistants — the focused module.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9 brings together the AI thread that's run through every day: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10058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Tool-agnostic patterns that work across Cursor, Claude Code, Copilot, Windsurf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Taxonomy of React mistakes LLMs make — pulled from your own findings this week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context for AI: AGENTS.md / CLAUDE.md, lint rules, repo conventions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refactors and migrations — and verification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8: build a feature end-to-end with AI assistance, then code-review yourself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progress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modules done. AI module + final wrap-up still ahead.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920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 plan: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10058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7 — Performance in the Compiler era ✓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6 — Profile and optimize ✓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 ✓ (just finished)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7 — Test suite + AI-generated test review (next)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9 — Working with AI assistants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8 — AI-assisted feature, end to end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10 — Production concerns + course wrap-up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8 — Testing 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8: Testing</dc:title>
  <dc:subject>PptxGenJS Presentation</dc:subject>
  <dc:creator>Chris Minnick</dc:creator>
  <cp:lastModifiedBy>Chris Minnick</cp:lastModifiedBy>
  <cp:revision>1</cp:revision>
  <dcterms:created xsi:type="dcterms:W3CDTF">2026-05-07T19:35:21Z</dcterms:created>
  <dcterms:modified xsi:type="dcterms:W3CDTF">2026-05-07T19:35:21Z</dcterms:modified>
</cp:coreProperties>
</file>