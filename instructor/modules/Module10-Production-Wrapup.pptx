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minutes total: ~15 on security, ~10 on a11y, ~5 on i18n, ~15 on wrap-up + Q&amp;A. Don't rush the wrap-up — it's the moment students reflect on what they learned.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~15 minutes here. Focus on what's React-specific. Generic 'use HTTPS' is table stakes; we cover the React-flavored issues.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tools love dangerouslySetInnerHTML when they could just use children. Watch for it in code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your team is on Next.js or RR v7, this is mostly handled. If you've rolled your own SSR, this is a real production concern.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Server Actions security gotcha. Capture vars vs read-inside-action makes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tools default to localStorage with depressing regularity. Push back hard. The fix is server-set HttpOnly cookies — see Lab 2's auth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minutes. Most senior devs know a11y basics; the AI-specific failures are the new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are the table-stakes. Not exhaustive — just the ones a senior dev should never ship without checking.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ship AI-generated UI without checking for these, you ship inaccessible UI. The patterns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keyboard testing is the one most students skip. It takes 30 seconds and catches the most pernicious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minutes. Not a deep dive — just enough to know where to start when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team isn't shipping internationally, skip i18n entirely. If there's any chance, add it on day one — retrofit is a quarter-long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~15 minutes here. The wrap-up matters — students reflect, ask questions, and leave with a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through. Ask the room which day landed hardest — usually Day 2 (RSC) or Day 3 (the AI module).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photograph slide. Tell students explicitly: this is what you take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'Pick one thing' is the load-bearing advice. Students who try to do everything do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list every blog and YouTube channel. These six are the ones that stay accurate.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keep a personal fork. The repo is the artifact they take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Reserve at least 10 minutes for this. If the room is quiet, use the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slide. Don't say much — let it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final slide. Student feedback is the input for next cohort's improvements.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420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Concerns + Wrap-up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accessibility, i18n, and where to go from here.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minutes  ·  Lecture + Q&amp;A  ·  Final module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0728655" y="46634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React-Specific Security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security advice + the things that bite React apps in particular.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dangerouslySetInnerHTML — when and how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escapes content by default. The exception is the danger zone.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you actually need 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349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Rendering pre-sanitized HTML from a CMS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Inlining markdown that's already been parsed and sanitized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SVG content as a string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Inlining critical CSS for first paint (rare)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Sanitize first, render second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920240"/>
            <a:ext cx="5029200" cy="246888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05740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DOMPurify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'isomorphic-dompurify'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dangerouslySetInnerHTML={{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__html: DOMPurify.sanitize(html)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4754880"/>
            <a:ext cx="10607040" cy="137160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16636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28800" y="4800600"/>
            <a:ext cx="9418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sometimes use dangerouslySetInnerHTML to render plain user input — that's an XSS bug. Always sanitize, or use plain children if the content is text.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 — Production &amp; Wrap-up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CSP for streaming SSR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responses make the inline-script story trickier than 2024.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Inline scripts in streaming SSR need a nonce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9164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injects scripts during streaming hydration. Without a nonce in the CSP, browser blocks them — silently breaking your app.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74320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260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834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a per-request nonce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69164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at request time, attach to the response's CSP header AND pass to React's renderToPipeableStream as the nonce option.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379476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776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Frameworks handle this for you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691640" y="4206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and RR v7 framework mode generate nonces automatically. Vanilla SSR setups need to wire it manually.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7240" y="484632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0292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937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use 'unsafe-inline' to make it work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691640" y="5257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Defeats the entire CSP. The five minutes to set up a nonce save you the actual XSS bugs CSP exists to prevent.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 — Production &amp; Wrap-up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Secrets in Server Actions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Actions run on the server. The closure captures variables. Be careful what those variables are.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 pattern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349240" cy="36576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page.jsx (Server Component)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apiKey = process.env.SECRET_KEY;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doThing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(formData)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 server'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headers: { Authorization: apiKey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apiKey is in the action's closure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it gets serialized into the bundle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it ships to the client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029200" cy="36576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0574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doThing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(formData)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 server'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read inside the action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apiKey = process.env.SECRET_KEY;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headers: { Authorization: apiKey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apiKey read at call time on the server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never crosses the boundary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 — Production &amp; Wrap-up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tokens belong in HttpOnly cookies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localStorage. Not sessionStorage. Not 'just for now.'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localStorage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9164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by any JS on the page. One XSS = full account takeover. Don't use for tokens, ever.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74320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260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834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sessionStorage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69164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XSS exposure. The 'session-scoped' part doesn't help — XSS happens during the session.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379476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776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Plain cookies (not HttpOnly)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691640" y="4206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readable by JS. Only marginally better than localStorage.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7240" y="484632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0292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937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HttpOnly + Secure + SameSite cookies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691640" y="5257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by the server. Sent automatically on requests. Not accessible to JavaScript. The right answer.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 — Production &amp; Wrap-up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Accessibility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assistants miss. What you should always check.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accessibility minimum bar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things that aren't optional. AI gets some right; gets others embarrassingly wrong.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105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interactive element is a button, link, or properly-labeled input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" y="2404872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2374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45059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form fields have a visible &lt;label&gt; with htmlFor + id wiring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77240" y="3118104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3697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16382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contrast meets WCAG AA (4.5:1 for body, 3:1 for large text)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77240" y="3831336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950208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3877056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states are visible — never outline: none without a replacement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77240" y="4544568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66344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459028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dialogs trap focus; closing returns focus to the opener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777240" y="5257800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376672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508760" y="53035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non-decorative images have alt text; decorative ones have alt=""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 — Production &amp; Wrap-up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AI tools systematically miss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ones that show up in code review unless you're looking.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373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&lt;div onClick&gt; for buttons (no keyboard handler, no role, no focus)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26480" y="1691640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745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17373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used as label (disappears when typing, screen reader skips it)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77240" y="2651760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8346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26974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dropdown without keyboard navigation (arrow keys, Escape)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126480" y="2651760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83464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03720" y="26974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that doesn't trap focus or return it on close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777240" y="3611880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79476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54480" y="36576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spinner without aria-live='polite' or aria-busy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6126480" y="3611880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79476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03720" y="36576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messages not associated with the failing field via aria-describedby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777240" y="4572000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754880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554480" y="46177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 buttons without aria-label (just an emoji or SVG inside &lt;button&gt;)</a:t>
            </a:r>
            <a:endParaRPr lang="en-US" sz="1150" dirty="0"/>
          </a:p>
        </p:txBody>
      </p:sp>
      <p:sp>
        <p:nvSpPr>
          <p:cNvPr id="26" name="Shape 17"/>
          <p:cNvSpPr/>
          <p:nvPr/>
        </p:nvSpPr>
        <p:spPr>
          <a:xfrm>
            <a:off x="6126480" y="4572000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4754880"/>
            <a:ext cx="457200" cy="4572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903720" y="46177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Tooltips on hover only (unreachable by keyboard)</a:t>
            </a:r>
            <a:endParaRPr lang="en-US" sz="1150" dirty="0"/>
          </a:p>
        </p:txBody>
      </p:sp>
      <p:sp>
        <p:nvSpPr>
          <p:cNvPr id="29" name="Text 1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 — Production &amp; Wrap-up</a:t>
            </a:r>
            <a:endParaRPr lang="en-US" sz="900" dirty="0"/>
          </a:p>
        </p:txBody>
      </p:sp>
      <p:sp>
        <p:nvSpPr>
          <p:cNvPr id="30" name="Text 2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Accessibility review tools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tools that catch most issues. None catches all.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288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eslint-plugin-jsx-a11y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2402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checks. Catches missing alt, onClick on non-interactive elements, label associations. Add to your eslint config — it's lightweight.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3063240"/>
            <a:ext cx="10607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3832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2004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axe DevTools (browser extension)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691640" y="36118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audit. Tests color contrast, ARIA roles, keyboard nav, focus management. Run on every page before shipping.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77240" y="4434840"/>
            <a:ext cx="10607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75488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5720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keyboard testing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691640" y="49834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through the page. Can you reach every interactive element? Can you escape modals? If not, neither can keyboard-only users.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 — Production &amp; Wrap-up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Internationalization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Briefly. Enough to know what to reach for.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minimum viable i18n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decisions, one library, done.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011680"/>
            <a:ext cx="457200" cy="45720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8288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a library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2402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react-intl (mature, FormatJS-based) or next-intl (Next.js-flavored). Both wrap the Intl Web API and give you a t() function.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971800"/>
            <a:ext cx="10607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291840"/>
            <a:ext cx="457200" cy="45720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1089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Externalize strings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35204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every user-visible string into translation files. Avoid string concatenation — use ICU MessageFormat for plurals, gender, dates.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251960"/>
            <a:ext cx="10607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572000"/>
            <a:ext cx="457200" cy="45720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3891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 where the locale lives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48006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prefix (/en/, /fr/) for SEO. Cookie-based for app state. Don't sniff Accept-Language and forget it — make the choice user-controllable.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623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i18n early if you might need it. Retrofitting is painful — string concatenation spreads across the codebase.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 — Production &amp; Wrap-up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 Wrap-up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days. Ten modules. Eight labs. Where to go next.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covered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days, ten modules, eight labs.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916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 — Foundations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Modules: Landscape · Hooks · Routing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5146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Labs: Modernize chat · Routing in two frameworks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108960"/>
            <a:ext cx="10607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108960"/>
            <a:ext cx="10607040" cy="4572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08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 — Data, State, Server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36118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Modules: State · Data fetching · Server Components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39319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Labs: Pick-your-tool refactor · TanStack Query · RSC dashboard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526280"/>
            <a:ext cx="10607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526280"/>
            <a:ext cx="10607040" cy="4572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5262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 — Performance, Quality, AI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50292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Modules: Performance · Testing · AI · Production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5349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Labs: Profile + optimize · Test suite + AI review · AI-assisted feature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 — Production &amp; Wrap-up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 things to take back to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remember nothing else, remember these.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212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74520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173736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every diff. Especially AI-generated ones.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212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874520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66560" y="173736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useEffect synchronizes with external systems. Almost everything else is a misuse.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2560320"/>
            <a:ext cx="5212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743200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26060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state belongs in TanStack Query. Client state belongs in useState (or a small store).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2560320"/>
            <a:ext cx="5212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2743200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0" y="26060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 v7 framework mode and Next.js App Router solve the same problems. Pick by team and deploy story.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429000"/>
            <a:ext cx="5212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611880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34747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Components run on the server. 'use client' is opt-in, not the default.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3429000"/>
            <a:ext cx="5212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3611880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34747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React Compiler eliminates most manual memoization. Enable it and the eslint plugin.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77240" y="4297680"/>
            <a:ext cx="5212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4480560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17320" y="43434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before you optimize. Profiler + Lighthouse + bundle analyzer.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26480" y="4297680"/>
            <a:ext cx="5212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4480560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66560" y="43434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behavior, not implementation. getByRole, userEvent, MSW.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77240" y="5166360"/>
            <a:ext cx="5212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" y="5349240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417320" y="521208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/ CLAUDE.md is your project context for AI. Short, specific, names files.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126480" y="5166360"/>
            <a:ext cx="5212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63640" y="5349240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66560" y="521208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HttpOnly cookies for auth. Never localStorage.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 — Production &amp; Wrap-up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to go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next steps for the week after the course.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week: pick one thing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9164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the React Compiler in one project. Or migrate one route to Server Components. Or write AGENTS.md for one repo. Don't try all three.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74320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260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834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month: deepen one area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69164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RSC bent your mind, build something with Next.js or RR v7 framework mode. If state shape clicked, refactor a real codebase. Pick the one that matters most for your work.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379476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776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the AI thread a habit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691640" y="4206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the Module 9 checklist into your team's PR template. Write your team's AGENTS.md. Establish review norms for AI-generated code.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7240" y="484632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0292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937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what worked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691640" y="5257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lunch-and-learn on one module. The teaching is the test of whether you understood it.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 — Production &amp; Wrap-up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 for continued learning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that will still be relevant in six months.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react.dev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212080" y="173736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official React docs. The hooks reference is the canonical source.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404872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505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 docs (nextjs.org)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212080" y="245059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place to deepen RSC and Server Actions practice.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118104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6382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TanStack docs (tanstack.com)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212080" y="3163824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Query, Router, Table, Virtual — all share a sensibility worth learning.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831336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87705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react-router.com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212080" y="3877056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mode is well-documented; the migration guide from v6 is solid.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4544568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5902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Kent C. Dodds blog (kentcdodds.com)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12080" y="459028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RTL, hook patterns, common mistakes. Especially the testing posts.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5257800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3035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react.dev Blog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212080" y="53035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React team announces the things you'll use next year.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 — Production &amp; Wrap-up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the lab repo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yours to use. Reference, fork, extend.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116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github.com/chrisminnick/advanced-react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in it: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10896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starters from this week (real-time-chat, social-media in RR v7 + Next.js, Server Components dashboard)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branches for every lab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Per-project READMEs and AGENTS.md examples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of feature ideas (the Lab 8 backlog and more)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 — Production &amp; Wrap-up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from this week. Anything from your work. Open floor.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 prompts if you're not sure where to start: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51460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biggest blocker for adopting React 19 at your company?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would Server Components save the most time in your current app?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AI mistake category bites your team most often?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one decision from this week you're least sure about?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 — Production &amp; Wrap-up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4688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749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spending three days with me.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 Minnick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chris@minnick.com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watzthis.com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0728655" y="46634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 feedback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have a minute — what worked, what didn't, what would you change?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things to think about as you fill in feedback: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51460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 — too fast, too slow, or about right?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time — was 50% the right balance? More? Less?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thread — useful, distracting, or about right?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you wish we'd covered?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we covered too much?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 — Production &amp; Wrap-up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WatzThis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React — Module 10: Production &amp; Wrap-up</dc:title>
  <dc:subject>PptxGenJS Presentation</dc:subject>
  <dc:creator>Chris Minnick</dc:creator>
  <cp:lastModifiedBy>Chris Minnick</cp:lastModifiedBy>
  <cp:revision>1</cp:revision>
  <dcterms:created xsi:type="dcterms:W3CDTF">2026-05-07T20:45:13Z</dcterms:created>
  <dcterms:modified xsi:type="dcterms:W3CDTF">2026-05-07T20:45:13Z</dcterms:modified>
</cp:coreProperties>
</file>