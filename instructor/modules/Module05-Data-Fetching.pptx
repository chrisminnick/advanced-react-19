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Picks up where Module 4's server-state framing ended. Most of this module is TanStack Query, but the framing matters: when use() is the right fit, when Server Components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menu before deep-diving into any one. Most apps use 2-3 of these together, not just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 The point is the comparison, not the deep dive 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motivates the rest of the module. Every problem in the right column is something the next three flavors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pitch. Same code surface, vastly more capability. The rest of the module deepens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use() is great when you have a route or a Server Component that owns the promise. Less good as a general client-side fetcher.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 deep-dives Server Components. This slide just places them next to the other flavors so students see them as part of the same decision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Photograph-this slide. Students reference this throughout Lab 4 and beyond.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minutes — the meat of the module. Don't rush.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through the defaults. staleTime is the most important knob — it controls how aggressive the cache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isPending replaced isLoading in v5. If a student sees isLoading in older code, mention it's still around for the 'first fetch in flight' meaning, but isPending is the clearer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key-factory tip is gold. In any non-trivial app, centralizing keys saves hours of refactor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mutate fires the mutation. mutateAsync returns a promise if you need to await it inside a Server Action or chained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invalidateQueries marks data as stale; the next time anyone reads it, TanStack refetches. refetchQueries is the bigger hammer — fires immediately even if no one's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pattern is how TanStack Query implements optimistic updates. Don't memorize it — recognize the four phases. The next slide shows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line by line. cancelQueries prevents a stale fetch from overwriting your optimistic write. The snapshot in ctx is the rollback safety 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 Loading and errors are first-class concerns.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flags are the default. Suspense mode is great when the surrounding architecture is already Suspense-shaped (Server Components, route loaders).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react-error-boundary is the canonical lib. throwOnError=true makes useQuery surface errors to the nearest boundary instead of returning them as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'don't retry mutations' point is critical. Default retry of 3 on a POST is a real bug waiting to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minutes. Mostly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can coexist. A Server Component creates a promise, passes it to a Client Component that uses use() for one piece, and TanStack Query for the parts that need a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recap. The Lab 4 preview is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pattern as previous modules' AI checklists. Lab 4 is where students put this into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lab on screen — show the existing fetch + useEffect call in the social-media client, point at the smell, then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hand-off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progress check. Skip if running tight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Data Fetching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flavors. One canonical client tool. A clear story for loading and errors.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  ·  Lecture + demos  ·  Lab 4 follows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728655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flavors of data fetching in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solves a real problem. The skill is matching them to the situation.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fetch + useEffect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148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from-scratch baseline. Works, but you write everything: loading, error, retry, cache.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834640"/>
            <a:ext cx="10607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632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926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TanStack Query / SWR / RTK Query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3291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canonical client-driven option. Cache, dedupe, retry, invalidation — solved.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77240" y="3977640"/>
            <a:ext cx="10607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062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069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Suspense + use()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691640" y="4434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React-native flavor. Promise in, value out. Pairs with route-level data fetching.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77240" y="5120640"/>
            <a:ext cx="10607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492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212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Server-side (RSC + loaders)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691640" y="5577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on the server, render on arrival. No client-side fetch at all for this data.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Flavors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one is for. Where each one fails. How to pick.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fetch + useEffect — the baseline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one component. Falls apart at 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94360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[posts, setPosts]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[loading, setLoading]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setError]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.then((r) =&gt; r.json())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.then(setPosts)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.catch(setError)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.finally(() =&gt; setLoading(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… render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doesn't do: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192024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cache — visiting twice fetches twice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deduplication — two components fetch the same URL twice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retry on transient failures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invalidation after a mutation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background refresh — stale forever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 if effect re-runs while old request pending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TanStack Query — the canonical client option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problem, three lines instead of fifteen. Plus everything client fetch didn't 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data, isPending, error }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queryKey: 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queryFn: () =&gt;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).then((r) =&gt; r.json()),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(isPending)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&lt;Skeleton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&lt;Error error={error}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&lt;PostList posts={data}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5321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53949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with this: cache, dedup, retry, invalidation, background refetch, stale-while-revalidate, focus refetch, network reconnect refetch.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Suspense + use() — the React-native flavor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a promise in, get a value out. The component suspends while resolving.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 (Server Component or parent that creates the promise once)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PostsPage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postsPromise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fetchPosts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Suspense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fallback={&lt;Skeleton /&gt;}&gt;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&lt;Posts postsPromise={postsPromise}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Suspense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postsPromise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posts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(postsPromise);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&lt;PostList posts={posts}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5778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5394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don't create the promise inside the component that calls use(). New promise every render → infinite Suspense loop.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Server-side — fetch where the data lives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and route loaders run before the page reaches the client.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Server Component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377440"/>
            <a:ext cx="4983480" cy="32918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51460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app/posts/page.jsx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posts = await db.posts.list();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&lt;PostList posts={posts} /&gt;;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 v7 framework loader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37960" y="2377440"/>
            <a:ext cx="4663440" cy="32918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app/routes/posts.jsx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posts: await db.posts.list() };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posts } =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useLoaderData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&lt;PostList posts={posts} /&gt;;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Picking a flavor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TanStack Query. Use the others when they earn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10607040" cy="4114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0" y="1463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10607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for client-driven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TanStack Query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10607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60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lives on the server, page-shaped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2560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Components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10607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00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Per-route, framework-managed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3200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loader (RR v7)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794760"/>
            <a:ext cx="10607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40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Promise-shaped data already in hand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use() with Suspense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4434840"/>
            <a:ext cx="10607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80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widget, can't add a library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4480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 client fetch (carefully)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5074920"/>
            <a:ext cx="10607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120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on Redux Toolkit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5120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RTK Query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TanStack Query in Depth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queries, mutations, invalidation, optimistic updates.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— one QueryClient per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your tree once. The provider gives every descendant access to the cache.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app/main.jsx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QueryClient, QueryClientProvider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'@tanstack/react-query'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queryClient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QueryClient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defaultOptions: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queries: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staleTime: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* 1000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  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30s — adjust per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retry: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refetchOnWindowFocus: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(document.getElementById(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'root'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)).render(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QueryClientProvider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client={queryClient}&gt;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&lt;App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QueryClientProvider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useQuery — read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queryKey identifies the data. queryFn fetches it. Everything else has good defaults.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PostDetail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id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data, isPending, isError, error, refetch }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queryKey: 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id],        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unique cache 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queryFn: () =&gt; api.getPost(id),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must return a promise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staleTime: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* 1000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    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override per-query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enabled: !!id,              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 if no id yet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(isPending)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&lt;Skeleton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(isError)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&lt;ErrorBox error={error} onRetry={refetch}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&lt;Article post={data}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keys are the cache contract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queries with the same key share a cache entry. Get the keys right and everything else falls into place.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Conventions worth adopting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10607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7627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848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Hierarchical: ['posts'], ['posts', id], ['posts', id, 'comments']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91640" y="2423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you invalidate ['posts'] to wipe everything posts-related.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2971800"/>
            <a:ext cx="10607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3639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0449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parameters: ['posts', { search, page }]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91640" y="3383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searches get different cache entries. Identical params share.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77240" y="3931920"/>
            <a:ext cx="10607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9651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0050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Avoid mutable references: ['posts', new Date()]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691640" y="4343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key every render — cache miss every time.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5663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49651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Centralize key factories: queryKeys.posts.detail(id)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691640" y="5303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Refactor-friendly. Catches typos at build time.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useMutation — write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mutationFn does the writing. onSuccess invalidates queries. The hook tracks pending and error.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NewPostForm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queryClient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useQueryClient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mutate, isPending, isError, error }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useMutation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mutationFn: (newPost) =&gt; api.createPost(newPost),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onSuccess: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queryClient.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invalidateQueries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queryKey: 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handleSubmit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(formData)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mutate({ title: formData.get(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body: formData.get(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'body'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&lt;form action={handleSubmit}&gt; ... &lt;button disabled={isPending}&gt;Post&lt;/button&gt;&lt;/form&gt;;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Invalidation — the heart of cache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mutation, tell the cache what's stale. TanStack refetches in the background.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Invalidate one entry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9692640" cy="384048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488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queryClient.invalidateQueries({ queryKey: ['posts', id] });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803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Invalidate a hierarchy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3246120"/>
            <a:ext cx="9692640" cy="384048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queryClient.invalidateQueries({ queryKey: ['posts'] });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88620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776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Invalidate by predicate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0120" y="4343400"/>
            <a:ext cx="9692640" cy="384048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34340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queryClient.invalidateQueries({ predicate: (q) =&gt; q.state.data?.authorId === userId });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98348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074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Refetch immediately (no stale wait)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5440680"/>
            <a:ext cx="9692640" cy="384048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44068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F1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queryClient.refetchQueries({ queryKey: ['posts'] });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Optimistic updates — the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success state immediately. Roll back on error. Reconcile on settle.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four-step pattern in onMutate / onError / onSettled: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10607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9456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onMutate: cancel in-flight queries for this key, snapshot the cache, write the optimistic value.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10607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15468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063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the snapshot from onMutate so onError can use it for rollback.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931920"/>
            <a:ext cx="10607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onError: restore the snapshot. The user sees the rollback, not a stale optimistic value.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5074920"/>
            <a:ext cx="457200" cy="45720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983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onSettled: invalidate the key so the cache catches up to the server's truth.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Optimistic updates — the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'add post' flow with rollback on error.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useMutation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mutationFn: api.createPost,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onMutate: async (newPost)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queryClient.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cancelQueries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queryKey: 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snapshot = queryClient.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getQueryData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queryClient.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setQueryData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(old = []) =&gt; [{ ...newPost, sending: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...old]);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snapshot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onError: (err, newPost, ctx)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queryClient.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setQueryData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ctx.snapshot);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toast.error(err.message);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onSettled: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queryClient.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invalidateQueries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queryKey: 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and Errors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patterns. Pick the one that fits the surrounding code.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— flags or Suspense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work with TanStack Query. Pick by what surrounds your component.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flags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4937760" cy="14630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468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data, isPending }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(isPending)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&lt;Spinner /&gt;;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owns its loading UI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add per-query custom states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— pick this unless you have a reason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029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Suspense mode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7960" y="2331720"/>
            <a:ext cx="4663440" cy="14630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4688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data }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useSuspenseQuery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(...);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isPending check — parent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Suspense boundary handles 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39776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UI lives in a parent &lt;Suspense&gt;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code reads as if data is always present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naturally with route-level loading.jsx files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Errors — boundaries beat conditionals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features in error boundaries. TanStack Query throws into them when configured.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app/main.jsx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QueryErrorResetBoundary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{({ reset }) =&gt;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ErrorBoundary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onReset={reset} fallbackRender={({ error, resetErrorBoundary }) =&gt;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&lt;ErrorPanel error={error} onRetry={resetErrorBoundary}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)}&gt;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&lt;App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ErrorBoundary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QueryErrorResetBoundary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the query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..., throwOnError: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 — when, when not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retries 3 times with exponential backoff. Override per-query.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Retry transient network errors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5xx, fetch failures, timeouts. Default behavior is fine.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retry 4xx errors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mistakes won't fix themselves on retry. retry: (n, err) =&gt; err.status &lt; 500.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retry mutations by default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POST shouldn't auto-fire again — could double-submit. retry: false on mutations.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backoff for rate-limited APIs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retryDelay: (attempt) =&gt; Math.min(1000 * 2 ** attempt, 30000).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use() vs useQuery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tools, overlapping problems. Knowing when each fits is the skill.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use() and TanStack Query — when each wins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can read promises. Pick by what owns the promise and what you need around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use(promise)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is created by a route loader, Server Component, or stable parent.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read like sync code. No isPending checks. Composes naturally with Suspense.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get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Cache, dedup, retry, invalidation, refetch. You'd build those yourself.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029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 / useMutation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46888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triggers the fetch. Multiple components share the data. Mutations and refetches matter.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Cache, dedup, retry, invalidation, refetch. The full data layer.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get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'reads like sync code' ergonomic of use() — but useSuspenseQuery gets close.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 when you're back at your desk.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TanStack Query for client-driven data. It solves the dozen problems plain fetch + useEffect doesn't.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404872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2374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505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keys are the cache contract. Hierarchical, parameterized, never mutable. Centralize them.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3118104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3697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16382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 finish with invalidation. The whole pattern is: do the thing, then tell the cache.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77240" y="3831336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5020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38770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updates have four phases: cancel → snapshot → write → reconcile. Don't memorize, recognize.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77240" y="4544568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634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5902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flags or Suspense — pick by what surrounds the component. Errors belong in boundaries.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777240" y="525780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376672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08760" y="53035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use() wins when a parent owns the promise. Server Components win when the data lives on the server.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mistakes in data fetching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for when AI helps you wire up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for useEffect + fetch instead of useQuery — old pattern from training data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Recreating the QueryClient on every render — multiple caches, broken dedup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 query keys: ['posts', new Date()] — cache miss every render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2648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91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invalidation after a mutation — stale UI until next manual refetch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7724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720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Retrying mutations by default — risk of double-submits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12648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720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created inside the use() consumer — infinite Suspense loop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up: Lab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social-media app's ad-hoc fetch calls to TanStack Query.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4: TanStack Query Migration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1945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minutes  ·  Hands-on  ·  Solution branch: solution/lab-04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do: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ad-hoc fetch + useEffect calls in the social-media client with useQuery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create-post flow to a useMutation with invalidation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optimistic update — posts appear instantly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the feed in &lt;Suspense&gt; + an ErrorBoundary for proper loading/error UX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implement infinite scroll for the posts feed using useInfiniteQuery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the lab: Module 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and Server Actions in depth.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6 picks up the server-side flavor we touched on today: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 — what runs where, what props can cross the boundary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 with progressive enhancement and useActionState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with multiple Suspense boundaries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boundary mistakes AI tools love to make — and how to spot them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5: build a Server Components dashboard with a Server Action form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of Module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still has Module 6 + Lab 5 after Lab 4.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 in Day 2: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State management decision framework ✓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— Pick-your-tool state refactor ✓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 ✓ (just finished)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 — TanStack Query migration (next)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Server Components + Server Actions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 — Server Components dashboard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Modern Data Fetching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WatzThis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— Module 5: Modern Data Fetching</dc:title>
  <dc:subject>PptxGenJS Presentation</dc:subject>
  <dc:creator>Chris Minnick</dc:creator>
  <cp:lastModifiedBy>Chris Minnick</cp:lastModifiedBy>
  <cp:revision>1</cp:revision>
  <dcterms:created xsi:type="dcterms:W3CDTF">2026-05-07T15:05:25Z</dcterms:created>
  <dcterms:modified xsi:type="dcterms:W3CDTF">2026-05-07T15:05:25Z</dcterms:modified>
</cp:coreProperties>
</file>