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centerpiece module of the AI thread. Students have seen AI mistakes throughout the week — this is where it gets formalized. ~75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this. Some students may not have noticed the pattern across labs — surfacing it makes the module's purpose clear.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~10 minutes. The point is to land 'pick what you'll actually use' rather than 'use this specific tool.'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'Read every diff' is the load-bearing one. If students leave the module remembering only that, the module succeeded.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endorse any one tool. The course is tool-agnostic on purpose — students from different shops will be using different things.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modes have their place. Most engineers use both, in different proportions, depending on the task.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~20 minutes here. The taxonomy is the durable skill — tools change, the mistake patterns persist.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gets a slide of its own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 1 found this. Reinforce: this category is solved by lint + functional setState.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2 covered this in detail. AI gravitates to useEffect because it's overrepresented in training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show up because RSC is the newest part of React's surface — older training data doesn't have it, newer data is sometimes contradictory.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tools love putting Date.now() in JSX. Watch for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AGENTS.md / CLAUDE.md is the antidote — telling the AI 'we use RR v7' overrides the training-data drift.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 7 hammered this. The pattern repeats: AI defaults to implementation tests; you push it to behavior tests.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~10 minutes. The AGENTS.md / CLAUDE.md slides land hard for senior devs.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Stress: AGENTS.md is becoming the common ground. Even tools that prefer their own filename usually fall back to AGENTS.md.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example — short, specific, names files. Avoid 'follow best practices' — that's not actionable.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Push: don't disable lint rules to let the AI's code compile. Fix the underlying issue. The lint plugin is your code review at scale.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Convention names and locations — when documented in AGENTS.md — are how AI inherits your codebase's mental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~10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 8 is exactly this — spec a feature, build with AI, review yourself. The spec part is the highest-leverage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Refactors are where AI shines. The verification discipline is what makes them safe — without tests, you're hoping.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CRA → Vite, Pages Router → App Router, RR v6 → v7 are all AI-friendly migrations IF you go small. Whole-repo prompts produce whole-repo bugs.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Photograph slide. This is what students take into Lab 8 and back to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capstone hands-on. The self-review is what makes the lab summative — students are exercising the review skill on their own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Hand-off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 progress check before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37744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5420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9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3017520"/>
            <a:ext cx="11155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Advanced React with AI Assistants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605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Tool-agnostic patterns. The mistake taxonomy. Project context. The review checklist.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 minutes  ·  Lecture + demos  ·  Lab 8 follows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0728655" y="466344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thread so far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You've spotted AI-generated React mistakes in every lab this week.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373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468880" y="173736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Stale closures, useEffect for derived state, race-prone setters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77240" y="2286000"/>
            <a:ext cx="1060704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3317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468880" y="233172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v6 React Router patterns, Pages-Router-era Next.js, localStorage for sessions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77240" y="2880360"/>
            <a:ext cx="106070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29260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68880" y="292608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data in client store, setter-shaped action names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77240" y="3474720"/>
            <a:ext cx="1060704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35204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468880" y="352044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Mutable query keys, missing invalidation, retry on mutations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77240" y="4069080"/>
            <a:ext cx="106070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41148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468880" y="411480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'use client' as escape hatch, server-only imports leaking, non-serializable props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77240" y="4663440"/>
            <a:ext cx="1060704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" y="47091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468880" y="470916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 without measure, useMemo everywhere, Web Worker overhead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77240" y="5257800"/>
            <a:ext cx="106070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0120" y="53035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7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468880" y="530352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getByTestId, fireEvent, snapshot tests, spyOn React.useState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9 — AI Assistants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29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AI Tool Landscape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big tools, one principle: agnostic patterns over tool-specific tricks.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Tool-agnostic principles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tool gets better when you apply these. None gets bad when you don't.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10512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7373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 every diff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0" y="173736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accept output without reading. The friction of reading is what catches the bugs. AI gets faster — your reading discipline shouldn't.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77240" y="256032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679192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5448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Give it project context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5486400" y="260604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AGENTS.md, CLAUDE.md, lint rules, conventions — all of these scope the AI's output to your codebase's reality.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77240" y="342900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547872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54480" y="3474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Specify the contract, not the steps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5486400" y="347472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"This function takes X, returns Y, mutates nothing" beats "first do A, then B, then C". The AI is good at filling in the middle.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777240" y="42976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416552"/>
            <a:ext cx="457200" cy="4572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54480" y="43434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Iterate small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5486400" y="434340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hook, one component, one feature. Big batches mean big diffs you can't review. Small batches give the AI feedback in the loop.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777240" y="516636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5285232"/>
            <a:ext cx="457200" cy="4572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554480" y="52120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Verify with running code, not just reading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5486400" y="521208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Tests, type checks, the dev server. Reading catches some mistakes; running catches the rest.</a:t>
            </a:r>
            <a:endParaRPr lang="en-US" sz="1150" dirty="0"/>
          </a:p>
        </p:txBody>
      </p:sp>
      <p:sp>
        <p:nvSpPr>
          <p:cNvPr id="25" name="Text 18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9 — AI Assistants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29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Four tools, different shapes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by workflow, not by hype. Most teams settle on one or two.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52120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691640"/>
            <a:ext cx="109728" cy="1280160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8288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Cursor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51560" y="22860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Code fork. Inline edits + agent panel. Diff-driven. Strong for editor-in-the-loop work.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691640"/>
            <a:ext cx="52120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26480" y="1691640"/>
            <a:ext cx="109728" cy="1280160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8288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Claude Code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00800" y="22860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agent. Reads/edits files, runs commands. Strong for long autonomous tasks.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77240" y="3154680"/>
            <a:ext cx="52120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3154680"/>
            <a:ext cx="109728" cy="1280160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32918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Copilot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51560" y="37490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GitHub-integrated. In-editor completions + chat. Strong for 'autocomplete on steroids'.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26480" y="3154680"/>
            <a:ext cx="52120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3154680"/>
            <a:ext cx="109728" cy="1280160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32918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Windsurf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400800" y="37490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 with agent + Cascade flow. Good middle ground between Cursor and CLI agents.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77240" y="4754880"/>
            <a:ext cx="10607040" cy="1280160"/>
          </a:xfrm>
          <a:prstGeom prst="rect">
            <a:avLst/>
          </a:prstGeom>
          <a:solidFill>
            <a:srgbClr val="CBF1F6"/>
          </a:solidFill>
          <a:ln w="12700">
            <a:solidFill>
              <a:srgbClr val="CBF1F6"/>
            </a:solidFill>
            <a:prstDash val="solid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5074920"/>
            <a:ext cx="640080" cy="64008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1828800" y="4800600"/>
            <a:ext cx="9418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four use similar underlying models. The differences are workflow surface, not capability ceiling. Pick what fits how you actually work.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9 — AI Assistants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29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Editor-in-the-loop vs agent-in-the-loop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workflow modes. They suit different tasks.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534924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8745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Editor-in-the-loop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24688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drive; AI suggests.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297180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completions + small edits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Tight loop — read, accept/reject, continue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for: well-understood code, refactors with clear intent, single-file changes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Tools: Cursor, Copilot, IDE chat panels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55080" y="1691640"/>
            <a:ext cx="502920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18745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Agent-in-the-loop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37960" y="24688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spec; AI executes.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37960" y="2971800"/>
            <a:ext cx="4663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Multi-file changes, tool use, autonomous loops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 is longer — minutes, not seconds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for: greenfield features, repetitive edits across many files, migrations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Tools: Claude Code, Cursor agent mode, Windsurf Cascade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9 — AI Assistants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29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Taxonomy of Mistakes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categories. The same patterns across every tool.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 recurring mistake categories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six show up regardless of which AI tool you use.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1810512"/>
            <a:ext cx="365760" cy="36576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810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173736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Stale closures and missing deps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0" y="173736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Effects that capture old values. Always the top of the list.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2404872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523744"/>
            <a:ext cx="365760" cy="36576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25237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63040" y="245059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useEffect for things that aren't effects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669280" y="2450592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Derived state, prop synchronization, event-triggered actions.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" y="3118104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3236976"/>
            <a:ext cx="365760" cy="36576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32369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463040" y="316382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Server/client boundary violations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0" y="3163824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'use client' as escape hatch, server imports leaking, non-serializable props.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77240" y="3831336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60120" y="3950208"/>
            <a:ext cx="365760" cy="36576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0120" y="39502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463040" y="3877056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Hydration mismatches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669280" y="3877056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Date.now(), Math.random(), navigator checks during render.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77240" y="4544568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60120" y="4663440"/>
            <a:ext cx="365760" cy="36576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463040" y="459028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Outdated patterns from training data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669280" y="4590288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v6 React Router, Pages-Router Next.js, class components, Redux without Toolkit.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77240" y="5257800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0120" y="5376672"/>
            <a:ext cx="365760" cy="36576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0120" y="5376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463040" y="530352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 coupling and accessibility skips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669280" y="530352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getByTestId, fireEvent, snapshot tests, spying on hooks.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9 — AI Assistants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29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Stale closures and missing deps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most common AI-generated React bug. Eslint catches most; some slip through.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Anti-pattern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5349240" cy="310896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057400"/>
            <a:ext cx="4983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useEffect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(() =&gt;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id = setInterval(() =&gt;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console.log(count);  </a:t>
            </a:r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always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() =&gt; clearInterval(id);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[]);  </a:t>
            </a:r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missing [count]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55080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55080" y="1920240"/>
            <a:ext cx="5029200" cy="310896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205740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useEffect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(() =&gt;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id = setInterval(() =&gt;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setCount(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n + 1);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() =&gt; clearInterval(id);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[]);  </a:t>
            </a:r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safe — functional updater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solidFill>
            <a:srgbClr val="CBF1F6"/>
          </a:solidFill>
          <a:ln w="12700">
            <a:solidFill>
              <a:srgbClr val="CBF1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5349240"/>
            <a:ext cx="502920" cy="50292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691640" y="52578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Eslint plugin react-hooks/exhaustive-deps catches the missing-dep version. Don't disable it. Functional setState avoids the dep entirely.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9 — AI Assistants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29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useEffect for things that aren't effects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can derive it, don't sync it. If it's an event response, don't put it in an effect.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7830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Derived state via useEffect + useState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691640" y="2103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filteredItems = items.filter() should be inline, not synchronized via setState.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77240" y="274320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926080"/>
            <a:ext cx="5029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28346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useEffect to reset state when prop changes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1691640" y="31546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a key prop. React unmounts + remounts the subtree.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77240" y="379476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977640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38862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useEffect to fetch on mount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1691640" y="42062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Suspense + use(), TanStack Query, or a route loader. Module 5.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777240" y="484632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029200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49377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useEffect to dispatch on user action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691640" y="52578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the dispatch into the event handler. Not every state change is an effect trigger.</a:t>
            </a:r>
            <a:endParaRPr lang="en-US" sz="1150" dirty="0"/>
          </a:p>
        </p:txBody>
      </p:sp>
      <p:sp>
        <p:nvSpPr>
          <p:cNvPr id="21" name="Text 1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9 — AI Assistants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Server/client boundary violations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2026-specific category. Module 6's content, in field form.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0116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78308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'use client' added at the top of a Server Component to silence a hook error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126480" y="169164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168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903720" y="178308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Server-only utility (e.g., db client) imported into a 'use client' file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777240" y="297180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29184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554480" y="30632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function passed as a prop from Server to Client Component (must be Server Action)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6126480" y="297180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3291840"/>
            <a:ext cx="457200" cy="4572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903720" y="30632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useState in a Server Component (use a Client Component for state)</a:t>
            </a:r>
            <a:endParaRPr lang="en-US" sz="1150" dirty="0"/>
          </a:p>
        </p:txBody>
      </p:sp>
      <p:sp>
        <p:nvSpPr>
          <p:cNvPr id="17" name="Shape 11"/>
          <p:cNvSpPr/>
          <p:nvPr/>
        </p:nvSpPr>
        <p:spPr>
          <a:xfrm>
            <a:off x="777240" y="425196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572000"/>
            <a:ext cx="457200" cy="45720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554480" y="434340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Action without 'use server' directive — runs as a regular client function</a:t>
            </a:r>
            <a:endParaRPr lang="en-US" sz="1150" dirty="0"/>
          </a:p>
        </p:txBody>
      </p:sp>
      <p:sp>
        <p:nvSpPr>
          <p:cNvPr id="20" name="Shape 13"/>
          <p:cNvSpPr/>
          <p:nvPr/>
        </p:nvSpPr>
        <p:spPr>
          <a:xfrm>
            <a:off x="6126480" y="425196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4572000"/>
            <a:ext cx="457200" cy="45720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6903720" y="434340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cookies() or headers() inside a Client Component</a:t>
            </a:r>
            <a:endParaRPr lang="en-US" sz="1150" dirty="0"/>
          </a:p>
        </p:txBody>
      </p:sp>
      <p:sp>
        <p:nvSpPr>
          <p:cNvPr id="23" name="Text 1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9 — AI Assistants</a:t>
            </a:r>
            <a:endParaRPr lang="en-US" sz="900" dirty="0"/>
          </a:p>
        </p:txBody>
      </p:sp>
      <p:sp>
        <p:nvSpPr>
          <p:cNvPr id="24" name="Text 1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Hydration mismatches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renders one thing, client renders another. Often non-deterministic.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7830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Date.now() in render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691640" y="2103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time != client time. Use a stable date or render only on client.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77240" y="274320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926080"/>
            <a:ext cx="5029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28346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Math.random() in render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1691640" y="31546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on each render. Pre-compute or move to useState init.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77240" y="379476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977640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38862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navigator.* / window.* checks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1691640" y="42062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Undefined on server. Wrap in useEffect or use 'use client'.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777240" y="484632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029200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49377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Locale-dependent formatting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691640" y="52578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locale != browser locale. Use a stable formatter or render client-side.</a:t>
            </a:r>
            <a:endParaRPr lang="en-US" sz="1150" dirty="0"/>
          </a:p>
        </p:txBody>
      </p:sp>
      <p:sp>
        <p:nvSpPr>
          <p:cNvPr id="21" name="Text 1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9 — AI Assistants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 Outdated patterns from training data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learned React from years of code. Some of that code is from 2020.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08760"/>
            <a:ext cx="10607040" cy="41148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50876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Old pattern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72200" y="150876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Modern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" y="1920240"/>
            <a:ext cx="106070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96596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v6 BrowserRouter / Routes / Route JSX</a:t>
            </a:r>
            <a:endParaRPr lang="en-US" sz="11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2084832"/>
            <a:ext cx="274320" cy="274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263640" y="19659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 v7 routes config + framework mode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77240" y="2560320"/>
            <a:ext cx="10607040" cy="594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Pages Router (getServerSideProps)</a:t>
            </a:r>
            <a:endParaRPr lang="en-US" sz="11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2724912"/>
            <a:ext cx="274320" cy="2743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263640" y="26060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Router (Server Components + Actions)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77240" y="3200400"/>
            <a:ext cx="106070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914400" y="324612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components</a:t>
            </a:r>
            <a:endParaRPr lang="en-US" sz="115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880" y="3364992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263640" y="32461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 components + hooks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777240" y="3840480"/>
            <a:ext cx="10607040" cy="594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914400" y="388620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Redux with createStore + Thunk</a:t>
            </a:r>
            <a:endParaRPr lang="en-US" sz="115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7880" y="4005072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263640" y="388620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Redux Toolkit (or skip Redux entirely)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777240" y="4480560"/>
            <a:ext cx="106070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914400" y="452628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componentDidMount / componentWillUnmount</a:t>
            </a:r>
            <a:endParaRPr lang="en-US" sz="1150" dirty="0"/>
          </a:p>
        </p:txBody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7880" y="4645152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6263640" y="45262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useEffect with cleanup</a:t>
            </a:r>
            <a:endParaRPr lang="en-US" sz="1150" dirty="0"/>
          </a:p>
        </p:txBody>
      </p:sp>
      <p:sp>
        <p:nvSpPr>
          <p:cNvPr id="28" name="Shape 21"/>
          <p:cNvSpPr/>
          <p:nvPr/>
        </p:nvSpPr>
        <p:spPr>
          <a:xfrm>
            <a:off x="777240" y="5120640"/>
            <a:ext cx="10607040" cy="594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914400" y="516636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useMemo/useCallback everywhere</a:t>
            </a:r>
            <a:endParaRPr lang="en-US" sz="1150" dirty="0"/>
          </a:p>
        </p:txBody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7880" y="5285232"/>
            <a:ext cx="274320" cy="27432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263640" y="51663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Compiler (most cases)</a:t>
            </a:r>
            <a:endParaRPr lang="en-US" sz="1150" dirty="0"/>
          </a:p>
        </p:txBody>
      </p:sp>
      <p:sp>
        <p:nvSpPr>
          <p:cNvPr id="32" name="Text 24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9 — AI Assistants</a:t>
            </a:r>
            <a:endParaRPr lang="en-US" sz="900" dirty="0"/>
          </a:p>
        </p:txBody>
      </p:sp>
      <p:sp>
        <p:nvSpPr>
          <p:cNvPr id="33" name="Text 25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29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6. Test coupling and accessibility skips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8's red-flag list, in field form.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0116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78308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getByTestId everywhere instead of role-based queries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126480" y="169164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168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903720" y="178308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fireEvent instead of userEvent (misses real interactions)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777240" y="297180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29184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554480" y="30632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vi.spyOn on React hooks — testing internals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6126480" y="297180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3291840"/>
            <a:ext cx="457200" cy="4572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903720" y="30632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 tests for entire components</a:t>
            </a:r>
            <a:endParaRPr lang="en-US" sz="1150" dirty="0"/>
          </a:p>
        </p:txBody>
      </p:sp>
      <p:sp>
        <p:nvSpPr>
          <p:cNvPr id="17" name="Shape 11"/>
          <p:cNvSpPr/>
          <p:nvPr/>
        </p:nvSpPr>
        <p:spPr>
          <a:xfrm>
            <a:off x="777240" y="425196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572000"/>
            <a:ext cx="457200" cy="45720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554480" y="434340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Mocking individual api.js functions instead of network mocks</a:t>
            </a:r>
            <a:endParaRPr lang="en-US" sz="1150" dirty="0"/>
          </a:p>
        </p:txBody>
      </p:sp>
      <p:sp>
        <p:nvSpPr>
          <p:cNvPr id="20" name="Shape 13"/>
          <p:cNvSpPr/>
          <p:nvPr/>
        </p:nvSpPr>
        <p:spPr>
          <a:xfrm>
            <a:off x="6126480" y="425196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4572000"/>
            <a:ext cx="457200" cy="45720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6903720" y="434340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setTimeout-based waits — flakiness factory</a:t>
            </a:r>
            <a:endParaRPr lang="en-US" sz="1150" dirty="0"/>
          </a:p>
        </p:txBody>
      </p:sp>
      <p:sp>
        <p:nvSpPr>
          <p:cNvPr id="23" name="Text 1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9 — AI Assistants</a:t>
            </a:r>
            <a:endParaRPr lang="en-US" sz="900" dirty="0"/>
          </a:p>
        </p:txBody>
      </p:sp>
      <p:sp>
        <p:nvSpPr>
          <p:cNvPr id="24" name="Text 1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29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Context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the rules in writing. AI plays by them.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AGENTS.md / CLAUDE.md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markdown file at your repo root. Tells AI tools how your project does things.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5349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 conventions: file naming, where state lives, how routes are structured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Lists 'do not' rules: don't use useEffect for derived state, don't add deps without asking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Specifies test commands: 'run tests with npm test'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 key files the AI should always read first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355080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it works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355080" y="1920240"/>
            <a:ext cx="5029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AI tools auto-load AGENTS.md (or CLAUDE.md, depending on tool)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Overrides training-data drift — 'we use RR v7' beats whatever the AI learned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Lets new contributors and AI agents share the same context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Versioned in git — conventions evolve with the codebase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5029200"/>
            <a:ext cx="10607040" cy="1097280"/>
          </a:xfrm>
          <a:prstGeom prst="rect">
            <a:avLst/>
          </a:prstGeom>
          <a:solidFill>
            <a:srgbClr val="CBF1F6"/>
          </a:solidFill>
          <a:ln w="12700">
            <a:solidFill>
              <a:srgbClr val="CBF1F6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5349240"/>
            <a:ext cx="502920" cy="5029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691640" y="507492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AGENTS.md is the emerging cross-tool standard. CLAUDE.md is Claude-specific. Both can exist in a repo — most tools read whichever they expect.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9 — AI Assistants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29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Example AGENTS.md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Short, opinionated, code-grounded. Avoid abstractions; name files.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AGENTS.md — social-media-rr-v7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Stack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React 19, React Router v7 (framework mode), TanStack Query, Zustand for client state.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Vite 6. Vitest + RTL + MSW for tests. ESLint with react-hooks and react-compiler plugins.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Conventions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All routes go in app/routes/. Loaders + actions are exports from those files.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Server data goes through TanStack Query. Don't use useEffect + fetch.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Tests use userEvent.setup(), getByRole, MSW handlers (NOT vi.fn on api.js).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Action names describe transitions: addItem, removePost. Not setItems, setPosts.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Do not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Add 'use client' to silence build errors. Refactor instead.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Use getByTestId in tests. Use accessible queries.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Add localStorage for auth tokens. Cookies are HttpOnly server-managed.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Read first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app/lib/queryKeys.js (cache key conventions)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app/stores/ui.js (theme + sidebar — example of our store style)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9 — AI Assistants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29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Lint rules as guardrails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listens to errors. Make the lint config strict so AI fixes things on the way out.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373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react-hooks/exhaustive-deps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623560" y="173736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Catches missing useEffect deps. Catches stale closures the AI introduces.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77240" y="256032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6060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react-compiler/react-compiler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623560" y="260604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Flags components that bail out of compiler memoization. Catches in-render mutation.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77240" y="342900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4747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@typescript-eslint/no-floating-promises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23560" y="347472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TS: catches AI's tendency to forget await.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77240" y="42976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43434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testing-library/prefer-user-event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623560" y="434340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Auto-flags fireEvent suggestions in test files.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77240" y="516636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52120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no-restricted-imports (server-only / client-only)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623560" y="52120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Prevents server modules leaking into client and vice versa.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9 — AI Assistants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29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 conventions that travel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Small, codified, durable. AI tools across your team see the same shape.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10512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7373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queryKeys.js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434840" y="173736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 TanStack Query keys. AI uses your factories instead of inventing new ones.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77240" y="256032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679192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54480" y="26060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stores/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4434840" y="260604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client state by feature. AI mirrors the structure when adding state.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77240" y="342900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547872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54480" y="34747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actions/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4434840" y="34747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Actions in one folder. 'use server' at the top of each file makes the boundary obvious.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777240" y="42976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416552"/>
            <a:ext cx="411480" cy="41148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54480" y="43434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lib/api.js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4434840" y="434340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source of network calls. AI extends it instead of rolling new fetch patterns.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777240" y="516636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5285232"/>
            <a:ext cx="411480" cy="41148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554480" y="52120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test/handlers.js</a:t>
            </a:r>
            <a:endParaRPr lang="en-US" sz="1250" dirty="0"/>
          </a:p>
        </p:txBody>
      </p:sp>
      <p:sp>
        <p:nvSpPr>
          <p:cNvPr id="24" name="Text 17"/>
          <p:cNvSpPr/>
          <p:nvPr/>
        </p:nvSpPr>
        <p:spPr>
          <a:xfrm>
            <a:off x="4434840" y="52120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MSW handlers in one place. AI extends, doesn't fragment, the mock surface.</a:t>
            </a:r>
            <a:endParaRPr lang="en-US" sz="1150" dirty="0"/>
          </a:p>
        </p:txBody>
      </p:sp>
      <p:sp>
        <p:nvSpPr>
          <p:cNvPr id="25" name="Text 18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9 — AI Assistants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Workflows That Work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Spec-driven dev. AI-assisted refactors. AI-assisted migrations.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Spec-driven development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a brief spec. Let the AI do the typing. Review the diff.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1856232"/>
            <a:ext cx="411480" cy="41148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856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08760" y="173736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 a one-paragraph spec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715000" y="173736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the feature do? What's the acceptance criteria? Where does the code go? What's out of scope?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256032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724912"/>
            <a:ext cx="411480" cy="41148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27249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26060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Drop the spec into the AI's context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715000" y="260604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Either as a prompt or as a SPEC.md file the agent reads.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" y="342900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3593592"/>
            <a:ext cx="411480" cy="41148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3593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08760" y="34747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Let the AI propose a structure first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715000" y="347472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list, function signatures, type definitions. Review BEFORE implementation.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77240" y="42976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60120" y="4462272"/>
            <a:ext cx="411480" cy="41148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0120" y="44622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508760" y="43434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Iterate small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715000" y="434340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file at a time. Read each diff. Run tests after each batch.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77240" y="516636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60120" y="5330952"/>
            <a:ext cx="411480" cy="41148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" y="53309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508760" y="52120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Verify with tests, types, dev server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715000" y="52120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three layers. Bugs that survive any one layer often die in another.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9 — AI Assistants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29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AI-assisted refactors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great at mechanical refactors. Verify with tests, not vibes.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7830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 to function components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691640" y="2103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1's pattern. AI handles the syntactic conversion; you fix the semantic mistakes (stale closures, state-in-effect).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77240" y="274320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926080"/>
            <a:ext cx="5029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28346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Old hooks to new hooks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1691640" y="31546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useState to useReducer, useEffect+fetch to TanStack Query. AI gets the structure right; you check the dep arrays.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77240" y="379476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977640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38862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Renaming across files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1691640" y="42062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faster than your IDE for cross-file renames with logic changes. Verify with tests.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777240" y="484632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029200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49377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 shape changes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691640" y="52578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renames a field; frontend has 30 references. AI finds them; you spot-check the edge cases.</a:t>
            </a:r>
            <a:endParaRPr lang="en-US" sz="1150" dirty="0"/>
          </a:p>
        </p:txBody>
      </p:sp>
      <p:sp>
        <p:nvSpPr>
          <p:cNvPr id="21" name="Text 1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9 — AI Assistants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29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AI-assisted migrations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Bigger than refactors. Plan more deliberately.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10512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73736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 down a known-good baseline first — tests pass, types check, dev server works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77240" y="2404872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523744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450592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Migrate one module/route/feature at a time, not the whole repo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77240" y="3118104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236976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508760" y="3163824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full test suite after each batch — if anything breaks, revert and re-prompt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77240" y="3831336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3950208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508760" y="3877056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each migrated module as its own change — one change, one revert path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777240" y="4544568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663440"/>
            <a:ext cx="365760" cy="36576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508760" y="4590288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a CHANGELOG of what was migrated, what's still old, and what each commit covered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777240" y="5257800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5376672"/>
            <a:ext cx="365760" cy="36576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1508760" y="530352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in doubt, ask the AI to explain its choices BEFORE you accept the diff</a:t>
            </a:r>
            <a:endParaRPr lang="en-US" sz="1200" dirty="0"/>
          </a:p>
        </p:txBody>
      </p:sp>
      <p:sp>
        <p:nvSpPr>
          <p:cNvPr id="23" name="Text 1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9 — AI Assistants</a:t>
            </a:r>
            <a:endParaRPr lang="en-US" sz="900" dirty="0"/>
          </a:p>
        </p:txBody>
      </p:sp>
      <p:sp>
        <p:nvSpPr>
          <p:cNvPr id="24" name="Text 1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29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Review Checklist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page. Carry it into every review of AI-generated React.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AI-generated React review checklist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 it. Apply it. Lab 8 puts it into practice.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52120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691640"/>
            <a:ext cx="5212080" cy="41148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6916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Hooks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19456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Stale closures in useEffect?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dep array entries?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Hooks inside conditionals or loops?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useEffect for derived state or events?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3794760"/>
            <a:ext cx="52120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794760"/>
            <a:ext cx="5212080" cy="41148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7947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Boundaries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42976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'use client' at the right level?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Server-only imports staying server-side?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Functions across boundary marked 'use server'?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Non-serializable props eliminated?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691640"/>
            <a:ext cx="52120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26480" y="1691640"/>
            <a:ext cx="5212080" cy="41148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16916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Patterns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55080" y="219456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Router APIs (RR v7 / Next.js App Router)?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state (Zustand/Jotai/RTK or just useState)?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data through TanStack Query, not useEffect+fetch?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setState where it matters?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26480" y="3794760"/>
            <a:ext cx="52120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3794760"/>
            <a:ext cx="5212080" cy="41148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37947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355080" y="42976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queries, not getByTestId?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user-event, not fireEvent?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MSW for network mocks, not vi.fn on api?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spies on React internals?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9 — AI Assistants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29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9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remember when you're back at your desk.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10512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73736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every diff. The friction of reading is what catches the bugs.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77240" y="2404872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523744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450592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recurring AI mistakes: stale closures, useEffect overreach, boundary violations, hydration mismatches, outdated patterns, test coupling.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77240" y="3118104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236976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508760" y="3163824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AGENTS.md / CLAUDE.md is your project context for AI. Short, opinionated, names files.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77240" y="3831336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3950208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508760" y="3877056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Lint rules are guardrails. Don't disable to let AI's code compile.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777240" y="4544568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663440"/>
            <a:ext cx="365760" cy="36576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508760" y="4590288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 → structure → small batches → verify with tests + types + running code.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777240" y="5257800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5376672"/>
            <a:ext cx="365760" cy="36576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1508760" y="530352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 the review checklist. Roles, hooks, boundaries, patterns, tests.</a:t>
            </a:r>
            <a:endParaRPr lang="en-US" sz="1200" dirty="0"/>
          </a:p>
        </p:txBody>
      </p:sp>
      <p:sp>
        <p:nvSpPr>
          <p:cNvPr id="23" name="Text 1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9 — AI Assistants</a:t>
            </a:r>
            <a:endParaRPr lang="en-US" sz="900" dirty="0"/>
          </a:p>
        </p:txBody>
      </p:sp>
      <p:sp>
        <p:nvSpPr>
          <p:cNvPr id="24" name="Text 1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29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Coming up: Lab 8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feature end-to-end with AI. Self-review the result.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920240"/>
            <a:ext cx="822960" cy="822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194560" y="192024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8: AI-Assisted Feature, End to End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21945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minutes  ·  Hands-on  ·  Self-review is the deliverable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97280" y="3200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you'll do: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097280" y="3611880"/>
            <a:ext cx="10058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one feature from a provided backlog (or propose your own)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a brief spec (one paragraph)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feature with heavy AI assistance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Self-review using the checklist — find at least three issues you fixed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 with working code + a written self-review listing the issues you caught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9 — AI Assistants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29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 the lab: Module 10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concerns + course wrap-up.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206240"/>
          </a:xfrm>
          <a:prstGeom prst="rect">
            <a:avLst/>
          </a:prstGeom>
          <a:solidFill>
            <a:srgbClr val="CBF1F6"/>
          </a:solidFill>
          <a:ln w="12700">
            <a:solidFill>
              <a:srgbClr val="CBF1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011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10 covers: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2606040"/>
            <a:ext cx="100584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React-specific security: CSP for streaming SSR, secrets in Server Actions, hydration safety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Accessibility — what AI assistants frequently miss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Internationalization briefly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 wrap-up, Q&amp;A, where to go next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9 — AI Assistants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/ 29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 progress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Almost there.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920240"/>
            <a:ext cx="100584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7 — Performance ✓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6 — Profile and optimize ✓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8 — Testing in 2026 ✓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7 — Test suite + AI review ✓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9 — AI assistants ✓ (just finished)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8 — AI-assisted feature end-to-end (next)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10 — Production + wrap-up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9 — AI Assistants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/ 29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WatzThis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Advanced React — Module 9: AI Assistants</dc:title>
  <dc:subject>PptxGenJS Presentation</dc:subject>
  <dc:creator>Chris Minnick</dc:creator>
  <cp:lastModifiedBy>Chris Minnick</cp:lastModifiedBy>
  <cp:revision>1</cp:revision>
  <dcterms:created xsi:type="dcterms:W3CDTF">2026-05-14T16:45:04Z</dcterms:created>
  <dcterms:modified xsi:type="dcterms:W3CDTF">2026-05-14T16:45:04Z</dcterms:modified>
</cp:coreProperties>
</file>