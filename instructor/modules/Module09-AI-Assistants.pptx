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centerpiece module of the AI thread. Students have seen AI mistakes throughout the week — this is where it gets formalized. ~75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this. Some students may not have noticed the pattern across labs — surfacing it makes the module's purpose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 The point is to land 'pick what you'll actually use' rather than 'use this specific tool.'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'Read every diff' is the load-bearing one. If students leave the module remembering only that, the module succeeded.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endorse any one tool. The course is tool-agnostic on purpose — students from different shops will be using different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modes have their place. Most engineers use both, in different proportions, depending on the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minutes here. The taxonomy is the durable skill — tools change, the mistake patterns persist.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gets a slide of its own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 found this. Reinforce: this category is solved by lint + functional setState.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 covered this in detail. AI gravitates to useEffect because it's overrepresented in training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show up because RSC is the newest part of React's surface — older training data doesn't have it, newer data is sometimes contradictory.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tools love putting Date.now() in JSX. Watch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AGENTS.md / CLAUDE.md is the antidote — telling the AI 'we use RR v7' overrides the training-data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7 hammered this. The pattern repeats: AI defaults to implementation tests; you push it to behavior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 The AGENTS.md / CLAUDE.md slides land hard for senior devs.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AGENTS.md is becoming the common ground. Even tools that prefer their own filename usually fall back to AGENTS.md.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example — short, specific, names files. Avoid 'follow best practices' — that's not actionable.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Push: don't disable lint rules to let the AI's code compile. Fix the underlying issue. The lint plugin is your code review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Convention names and locations — when documented in AGENTS.md — are how AI inherits your codebase's mental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8 is exactly this — spec a feature, build with AI, review yourself. The spec part is the highest-leverage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Refactors are where AI shines. The verification discipline is what makes them safe — without tests, you're hoping.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 → Vite, Pages Router → App Router, RR v6 → v7 are all AI-friendly migrations IF you go small. Whole-repo prompts produce whole-repo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 slide. This is what students take into Lab 8 and back to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capstone hands-on. The self-review is what makes the lab summative — students are exercising the review skill on their own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Hand-off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progress check before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React with AI Assistants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Tool-agnostic patterns. The mistake taxonomy. Project context. The review checklist.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minutes  ·  Lecture + demos  ·  Lab 8 follows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728655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thread so far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spotted AI-generated React mistakes in every lab this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7373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closures, useEffect for derived state, race-prone setters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10607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3317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 React Router patterns, Pages-Router-era Next.js, localStorage for sessions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880360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9260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data in client store, setter-shaped action names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474720"/>
            <a:ext cx="10607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5204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 query keys, missing invalidation, retry on mutations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41148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client' as escape hatch, server-only imports leaking, non-serializable props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663440"/>
            <a:ext cx="10607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47091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without measure, useMemo everywhere, Web Worker overhead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257800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303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53035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getByTestId, fireEvent, snapshot tests, spyOn React.useState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Tool Landscape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big tools, one principle: agnostic patterns over tool-specific tricks.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Tool-agnostic principles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tool gets better when you apply these. None gets bad when you don't.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every diff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0" y="17373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accept output without reading. The friction of reading is what catches the bugs. AI gets faster — your reading discipline shouldn't.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791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it project context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0" y="26060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AGENTS.md, CLAUDE.md, lint rules, conventions — all of these scope the AI's output to your codebase's reality.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4787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474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Specify the contract, not the steps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0" y="34747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function takes X, returns Y, mutates nothing" beats "first do A, then B, then C". The AI is good at filling in the middle.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1655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343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small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86400" y="43434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hook, one component, one feature. Big batches mean big diffs you can't review. Small batches give the AI feedback in the loop.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85232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5212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with running code, not just reading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486400" y="52120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type checks, the dev server. Reading catches some mistakes; running catches the rest.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tools, different shapes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by workflow, not by hype. Most teams settle on one or two.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109728" cy="12801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fork. Inline edits + agent panel. Diff-driven. Strong for editor-in-the-loop work.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691640"/>
            <a:ext cx="109728" cy="12801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agent. Reads/edits files, runs commands. Strong for long autonomous tasks.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15468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154680"/>
            <a:ext cx="109728" cy="12801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749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GitHub-integrated. In-editor completions + chat. Strong for 'autocomplete on steroids'.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15468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154680"/>
            <a:ext cx="109728" cy="12801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Windsurf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with agent + Cascade flow. Good middle ground between Cursor and CLI agents.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74920"/>
            <a:ext cx="640080" cy="6400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828800" y="4800600"/>
            <a:ext cx="9418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use similar underlying models. The differences are workflow surface, not capability ceiling. Pick what fits how you actually work.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Editor-in-the-loop vs agent-in-the-loop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workflow modes. They suit different tasks.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Editor-in-the-loop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drive; AI suggests.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completions + small edits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loop — read, accept/reject, continue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well-understood code, refactors with clear intent, single-file changes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Cursor, Copilot, IDE chat panels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029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Agent-in-the-loop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spec; AI executes.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changes, tool use, autonomous loops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is longer — minutes, not seconds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greenfield features, repetitive edits across many files, migrations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Claude Code, Cursor agent mode, Windsurf Cascade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Taxonomy of Mistakes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categories. The same patterns across every tool.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recurring mistake categories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six show up regardless of which AI tool you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10512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Stale closures and missing deps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0" y="1737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that capture old values. Always the top of the list.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404872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523744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4505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for things that aren't effects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0" y="24505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state, prop synchronization, event-triggered actions.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118104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236976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31638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Server/client boundary violations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0" y="316382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client' as escape hatch, server imports leaking, non-serializable props.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3831336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950208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8770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Hydration mismatches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0" y="387705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Date.now(), Math.random(), navigator checks during render.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4544568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663440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45902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Outdated patterns from training data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0" y="459028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 React Router, Pages-Router Next.js, class components, Redux without Toolkit.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" y="525780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5376672"/>
            <a:ext cx="365760" cy="3657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376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63040" y="5303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coupling and accessibility skips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0" y="53035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getByTestId, fireEvent, snapshot tests, spying on hooks.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Stale closures and missing deps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AI-generated React bug. Eslint catches most; some slip through.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Anti-pattern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310896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setInterval(()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console.log(count);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clearInterval(id);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missing [count]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310896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setInterval(()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setCount(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n + 1);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clearInterval(id);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  </a:t>
            </a:r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— functional updater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34924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91640" y="5257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plugin react-hooks/exhaustive-deps catches the missing-dep version. Don't disable it. Functional setState avoids the dep entirely.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useEffect for things that aren't effects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derive it, don't sync it. If it's an event response, don't put it in an effect.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Derived state via useEffect + useState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filteredItems = items.filter() should be inline, not synchronized via setState.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to reset state when prop changes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a key prop. React unmounts + remounts the subtree.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to fetch on mount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Suspense + use(), TanStack Query, or a route loader. Module 5.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to dispatch on user action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dispatch into the event handler. Not every state change is an effect trigger.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Server/client boundary violations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2026-specific category. Module 6's content, in field 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client' added at the top of a Server Component to silence a hook error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Server-only utility (e.g., db client) imported into a 'use client' file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724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function passed as a prop from Server to Client Component (must be Server Action)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12648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91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in a Server Component (use a Client Component for state)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77724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720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 without 'use server' directive — runs as a regular client function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12648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720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cookies() or headers() inside a Client Component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Hydration mismatches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renders one thing, client renders another. Often non-deterministic.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Date.now() in render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time != client time. Use a stable date or render only on client.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Math.random() in render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on each render. Pre-compute or move to useState init.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navigator.* / window.* checks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on server. Wrap in useEffect or use 'use client'.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Locale-dependent formatting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locale != browser locale. Use a stable formatter or render client-side.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Outdated patterns from training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learned React from years of code. Some of that code is from 2020.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10607040" cy="4114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Old pattern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10607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 BrowserRouter / Routes / Route JSX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08483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6364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v7 routes config + framework mode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2560320"/>
            <a:ext cx="10607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Router (getServerSideProps)</a:t>
            </a:r>
            <a:endParaRPr lang="en-US" sz="11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72491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63640" y="2606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 (Server Components + Actions)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77240" y="3200400"/>
            <a:ext cx="10607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4400" y="3246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components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36499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3246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components + hooks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" y="3840480"/>
            <a:ext cx="10607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4400" y="3886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with createStore + Thunk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00507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63640" y="3886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 Toolkit (or skip Redux entirely)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77240" y="4480560"/>
            <a:ext cx="10607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14400" y="4526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componentDidMount / componentWillUnmount</a:t>
            </a:r>
            <a:endParaRPr lang="en-US" sz="11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464515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63640" y="4526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 with cleanup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77240" y="5120640"/>
            <a:ext cx="106070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14400" y="51663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useMemo/useCallback everywhere</a:t>
            </a:r>
            <a:endParaRPr lang="en-US" sz="11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528523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263640" y="5166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Compiler (most cases)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Test coupling and accessibility skips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8's red-flag list, in field 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getByTestId everywhere instead of role-based queries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fireEvent instead of userEvent (misses real interactions)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724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vi.spyOn on React hooks — testing internals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12648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91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tests for entire components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77724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720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Mocking individual api.js functions instead of network mocks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12648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720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setTimeout-based waits — flakiness factory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Context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rules in writing. AI plays by them.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 / CLAUDE.md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markdown file at your repo root. Tells AI tools how your project does things.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conventions: file naming, where state lives, how routes are structured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'do not' rules: don't use useEffect for derived state, don't add deps without asking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Specifies test commands: 'run tests with npm test'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key files the AI should always read first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AI tools auto-load AGENTS.md (or CLAUDE.md, depending on tool)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Overrides training-data drift — 'we use RR v7' beats whatever the AI learned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new contributors and AI agents share the same context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in git — conventions evolve with the codebase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5029200"/>
            <a:ext cx="10607040" cy="109728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3492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5074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is the emerging cross-tool standard. CLAUDE.md is Claude-specific. Both can exist in a repo — most tools read whichever they expect.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AGENTS.md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opinionated, code-grounded. Avoid abstractions; name files.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AGENTS.md — social-media-rr-v7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19, React Router v7 (framework mode), TanStack Query, Zustand for client state.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 6. Vitest + RTL + MSW for tests. ESLint with react-hooks and react-compiler plugins.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All routes go in app/routes/. Loaders + actions are exports from those files.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Server data goes through TanStack Query. Don't use useEffect + fetch.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Tests use userEvent.setup(), getByRole, MSW handlers (NOT vi.fn on api.js).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Action names describe transitions: addItem, removePost. Not setItems, setPosts.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Do not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Add 'use client' to silence build errors. Refactor instead.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getByTestId in tests. Use accessible queries.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Add localStorage for auth tokens. Cookies are HttpOnly server-managed.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Read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app/lib/queryKeys.js (cache key conventions)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app/stores/ui.js (theme + sidebar — example of our store style)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 rules as guardrails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listens to errors. Make the lint config strict so AI fixes things on the way 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react-hooks/exhaustive-deps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23560" y="1737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missing useEffect deps. Catches stale closures the AI introduces.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react-compiler/react-compiler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23560" y="26060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components that bail out of compiler memoization. Catches in-render mutation.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474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@typescript-eslint/no-floating-promises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23560" y="34747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TS: catches AI's tendency to forget await.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testing-library/prefer-user-event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23560" y="4343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Auto-flags fireEvent suggestions in test files.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212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no-restricted-imports (server-only / client-only)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23560" y="52120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server modules leaking into client and vice versa.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 conventions that travel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codified, durable. AI tools across your team see the same shape.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queryKeys.js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434840" y="1737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 TanStack Query keys. AI uses your factories instead of inventing new ones.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791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606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stores/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43484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client state by feature. AI mirrors the structure when adding state.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4787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474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actions/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434840" y="3474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 in one folder. 'use server' at the top of each file makes the boundary obvious.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1655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lib/api.js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434840" y="4343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network calls. AI extends it instead of rolling new fetch patterns.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8523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test/handlers.js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434840" y="5212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MSW handlers in one place. AI extends, doesn't fragment, the mock surface.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Workflows That Work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dev. AI-assisted refactors. AI-assisted migrations.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Spec-driven development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brief spec. Let the AI do the typing. Review the diff.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56232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one-paragraph spec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15000" y="17373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feature do? What's the acceptance criteria? Where does the code go? What's out of scope?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724912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the spec into the AI's context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15000" y="26060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as a prompt or as a SPEC.md file the agent reads.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593592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 the AI propose a structure first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15000" y="34747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list, function signatures, type definitions. Review BEFORE implementation.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462272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462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343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small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715000" y="43434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file at a time. Read each diff. Run tests after each batch.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330952"/>
            <a:ext cx="411480" cy="41148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330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5212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with tests, types, dev server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715000" y="52120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layers. Bugs that survive any one layer often die in another.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 refactors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great at mechanical refactors. Verify with tests, not vibes.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to function components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1's pattern. AI handles the syntactic conversion; you fix the semantic mistakes (stale closures, state-in-effect).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Old hooks to new hooks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69164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to useReducer, useEffect+fetch to TanStack Query. AI gets the structure right; you check the dep arrays.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Renaming across files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9164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faster than your IDE for cross-file renames with logic changes. Verify with tests.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shape changes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69164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renames a field; frontend has 30 references. AI finds them; you spot-check the edge cases.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 migrations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than refactors. Plan more deliberately.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down a known-good baseline first — tests pass, types check, dev server works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404872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2374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505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one module/route/feature at a time, not the whole repo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3118104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3697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16382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full test suite after each batch — if anything breaks, revert and re-prompt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77240" y="3831336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5020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38770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feature branch. Squash to one commit per migrated module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77240" y="4544568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634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5902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CHANGELOG of what was migrated, what's still old, and what each commit covered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777240" y="525780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376672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08760" y="53035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doubt, ask the AI to explain its choices BEFORE you accept the diff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Review Checklist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page. Carry it into every review of AI-generated React.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AI-generated React review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it. Apply it. Lab 8 puts it into practice.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5212080" cy="4114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closures in useEffect?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dep array entries?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inside conditionals or loops?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 for derived state or events?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794760"/>
            <a:ext cx="5212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794760"/>
            <a:ext cx="5212080" cy="4114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client' at the right level?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Server-only imports staying server-side?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across boundary marked 'use server'?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Non-serializable props eliminated?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5212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91640"/>
            <a:ext cx="5212080" cy="4114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194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Router APIs (RR v7 / Next.js App Router)?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state (Zustand/Jotai/RTK or just useState)?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data through TanStack Query, not useEffect+fetch?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setState where it matters?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794760"/>
            <a:ext cx="5212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794760"/>
            <a:ext cx="5212080" cy="4114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2976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queries, not getByTestId?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user-event, not fireEvent?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MSW for network mocks, not vi.fn on api?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spies on React internals?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9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 when you're back at your desk.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05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every diff. The friction of reading is what catches the bugs.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404872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2374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4505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recurring AI mistakes: stale closures, useEffect overreach, boundary violations, hydration mismatches, outdated patterns, test coupling.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3118104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3697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16382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/ CLAUDE.md is your project context for AI. Short, opinionated, names files.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77240" y="3831336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5020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38770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rules are guardrails. Don't disable to let AI's code compile.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77240" y="4544568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634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5902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→ structure → small batches → verify with tests + types + running code.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777240" y="5257800"/>
            <a:ext cx="10607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376672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08760" y="53035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the review checklist. Roles, hooks, boundaries, patterns, tests.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up: Lab 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feature end-to-end with AI. Self-review the result.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8: AI-Assisted Feature, End to End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945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minutes  ·  Hands-on  ·  Self-review is the deliverable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do: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feature from a provided backlog (or propose your own)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brief spec (one paragraph)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feature with heavy AI assistance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Self-review using the checklist — find at least three issues you fixed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code + written code review on a feature branch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the lab: Module 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concerns + course wrap-up.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10 covers: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React-specific security: CSP for streaming SSR, secrets in Server Actions, hydration safety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— what AI assistants frequently miss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Internationalization briefly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wrap-up, Q&amp;A, where to go next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 progress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there.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10058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Performance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6 — Profile and optimize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 — Testing in 2026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7 — Test suite + AI review 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 ✓ (just finished)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8 — AI-assisted feature end-to-end (next)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— Production + wrap-up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 — AI Assistants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WatzThis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— Module 9: AI Assistants</dc:title>
  <dc:subject>PptxGenJS Presentation</dc:subject>
  <dc:creator>Chris Minnick</dc:creator>
  <cp:lastModifiedBy>Chris Minnick</cp:lastModifiedBy>
  <cp:revision>1</cp:revision>
  <dcterms:created xsi:type="dcterms:W3CDTF">2026-05-07T19:54:31Z</dcterms:created>
  <dcterms:modified xsi:type="dcterms:W3CDTF">2026-05-07T19:54:31Z</dcterms:modified>
</cp:coreProperties>
</file>