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8.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1.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33.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34.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2"/>
  </p:notesMasterIdLst>
  <p:sldIdLst>
    <p:sldId id="511" r:id="rId2"/>
    <p:sldId id="1601" r:id="rId3"/>
    <p:sldId id="1604" r:id="rId4"/>
    <p:sldId id="1913" r:id="rId5"/>
    <p:sldId id="1951" r:id="rId6"/>
    <p:sldId id="1952" r:id="rId7"/>
    <p:sldId id="1953" r:id="rId8"/>
    <p:sldId id="259" r:id="rId9"/>
    <p:sldId id="1930" r:id="rId10"/>
    <p:sldId id="1931" r:id="rId11"/>
    <p:sldId id="322" r:id="rId12"/>
    <p:sldId id="323" r:id="rId13"/>
    <p:sldId id="324" r:id="rId14"/>
    <p:sldId id="325" r:id="rId15"/>
    <p:sldId id="326" r:id="rId16"/>
    <p:sldId id="327" r:id="rId17"/>
    <p:sldId id="328" r:id="rId18"/>
    <p:sldId id="330" r:id="rId19"/>
    <p:sldId id="332" r:id="rId20"/>
    <p:sldId id="1917" r:id="rId21"/>
    <p:sldId id="331" r:id="rId22"/>
    <p:sldId id="1918" r:id="rId23"/>
    <p:sldId id="1921" r:id="rId24"/>
    <p:sldId id="1919" r:id="rId25"/>
    <p:sldId id="260" r:id="rId26"/>
    <p:sldId id="1920" r:id="rId27"/>
    <p:sldId id="1954" r:id="rId28"/>
    <p:sldId id="1955" r:id="rId29"/>
    <p:sldId id="1956" r:id="rId30"/>
    <p:sldId id="1957" r:id="rId31"/>
    <p:sldId id="1925" r:id="rId32"/>
    <p:sldId id="261" r:id="rId33"/>
    <p:sldId id="338" r:id="rId34"/>
    <p:sldId id="340" r:id="rId35"/>
    <p:sldId id="1914" r:id="rId36"/>
    <p:sldId id="341" r:id="rId37"/>
    <p:sldId id="342" r:id="rId38"/>
    <p:sldId id="1916" r:id="rId39"/>
    <p:sldId id="343" r:id="rId40"/>
    <p:sldId id="347" r:id="rId41"/>
    <p:sldId id="1915" r:id="rId42"/>
    <p:sldId id="344" r:id="rId43"/>
    <p:sldId id="345" r:id="rId44"/>
    <p:sldId id="1949" r:id="rId45"/>
    <p:sldId id="1958" r:id="rId46"/>
    <p:sldId id="1926" r:id="rId47"/>
    <p:sldId id="272" r:id="rId48"/>
    <p:sldId id="273" r:id="rId49"/>
    <p:sldId id="274" r:id="rId50"/>
    <p:sldId id="275" r:id="rId51"/>
    <p:sldId id="388" r:id="rId52"/>
    <p:sldId id="276" r:id="rId53"/>
    <p:sldId id="278" r:id="rId54"/>
    <p:sldId id="279" r:id="rId55"/>
    <p:sldId id="280" r:id="rId56"/>
    <p:sldId id="282" r:id="rId57"/>
    <p:sldId id="389" r:id="rId58"/>
    <p:sldId id="284" r:id="rId59"/>
    <p:sldId id="390" r:id="rId60"/>
    <p:sldId id="391" r:id="rId61"/>
    <p:sldId id="286" r:id="rId62"/>
    <p:sldId id="289" r:id="rId63"/>
    <p:sldId id="1932" r:id="rId64"/>
    <p:sldId id="1895" r:id="rId65"/>
    <p:sldId id="368" r:id="rId66"/>
    <p:sldId id="1896" r:id="rId67"/>
    <p:sldId id="1897" r:id="rId68"/>
    <p:sldId id="1898" r:id="rId69"/>
    <p:sldId id="371" r:id="rId70"/>
    <p:sldId id="1872" r:id="rId71"/>
    <p:sldId id="1924" r:id="rId72"/>
    <p:sldId id="379" r:id="rId73"/>
    <p:sldId id="360" r:id="rId74"/>
    <p:sldId id="361" r:id="rId75"/>
    <p:sldId id="362" r:id="rId76"/>
    <p:sldId id="363" r:id="rId77"/>
    <p:sldId id="364" r:id="rId78"/>
    <p:sldId id="336" r:id="rId79"/>
    <p:sldId id="264" r:id="rId80"/>
    <p:sldId id="1922" r:id="rId81"/>
    <p:sldId id="1923" r:id="rId82"/>
    <p:sldId id="384" r:id="rId83"/>
    <p:sldId id="385" r:id="rId84"/>
    <p:sldId id="386" r:id="rId85"/>
    <p:sldId id="1933" r:id="rId86"/>
    <p:sldId id="348" r:id="rId87"/>
    <p:sldId id="349" r:id="rId88"/>
    <p:sldId id="350" r:id="rId89"/>
    <p:sldId id="1934" r:id="rId90"/>
    <p:sldId id="1950" r:id="rId91"/>
    <p:sldId id="351" r:id="rId92"/>
    <p:sldId id="353" r:id="rId93"/>
    <p:sldId id="354" r:id="rId94"/>
    <p:sldId id="355" r:id="rId95"/>
    <p:sldId id="1929" r:id="rId96"/>
    <p:sldId id="1935" r:id="rId97"/>
    <p:sldId id="1936" r:id="rId98"/>
    <p:sldId id="1937" r:id="rId99"/>
    <p:sldId id="1938" r:id="rId100"/>
    <p:sldId id="1939" r:id="rId101"/>
    <p:sldId id="1940" r:id="rId102"/>
    <p:sldId id="1941" r:id="rId103"/>
    <p:sldId id="1942" r:id="rId104"/>
    <p:sldId id="1943" r:id="rId105"/>
    <p:sldId id="1944" r:id="rId106"/>
    <p:sldId id="1945" r:id="rId107"/>
    <p:sldId id="1946" r:id="rId108"/>
    <p:sldId id="1947" r:id="rId109"/>
    <p:sldId id="1948" r:id="rId110"/>
    <p:sldId id="270" r:id="rId1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9F2B947-A62C-0B4C-AB1C-E7D35134492F}">
          <p14:sldIdLst>
            <p14:sldId id="511"/>
            <p14:sldId id="1601"/>
            <p14:sldId id="1604"/>
            <p14:sldId id="1913"/>
          </p14:sldIdLst>
        </p14:section>
        <p14:section name="Day 1" id="{21B2B418-1866-C94C-8967-168ADF1C6B50}">
          <p14:sldIdLst>
            <p14:sldId id="1951"/>
            <p14:sldId id="1952"/>
            <p14:sldId id="1953"/>
            <p14:sldId id="259"/>
            <p14:sldId id="1930"/>
            <p14:sldId id="1931"/>
            <p14:sldId id="322"/>
            <p14:sldId id="323"/>
            <p14:sldId id="324"/>
            <p14:sldId id="325"/>
            <p14:sldId id="326"/>
            <p14:sldId id="327"/>
            <p14:sldId id="328"/>
            <p14:sldId id="330"/>
            <p14:sldId id="332"/>
            <p14:sldId id="1917"/>
            <p14:sldId id="331"/>
            <p14:sldId id="1918"/>
            <p14:sldId id="1921"/>
            <p14:sldId id="1919"/>
            <p14:sldId id="260"/>
            <p14:sldId id="1920"/>
            <p14:sldId id="1954"/>
            <p14:sldId id="1955"/>
            <p14:sldId id="1956"/>
            <p14:sldId id="1957"/>
            <p14:sldId id="1925"/>
            <p14:sldId id="261"/>
            <p14:sldId id="338"/>
            <p14:sldId id="340"/>
            <p14:sldId id="1914"/>
            <p14:sldId id="341"/>
            <p14:sldId id="342"/>
            <p14:sldId id="1916"/>
            <p14:sldId id="343"/>
            <p14:sldId id="347"/>
            <p14:sldId id="1915"/>
            <p14:sldId id="344"/>
            <p14:sldId id="345"/>
            <p14:sldId id="1949"/>
            <p14:sldId id="1958"/>
            <p14:sldId id="1926"/>
          </p14:sldIdLst>
        </p14:section>
        <p14:section name="Day 2" id="{B1E8B750-3B1B-B047-BFCE-892703626BE8}">
          <p14:sldIdLst>
            <p14:sldId id="272"/>
            <p14:sldId id="273"/>
            <p14:sldId id="274"/>
            <p14:sldId id="275"/>
            <p14:sldId id="388"/>
            <p14:sldId id="276"/>
            <p14:sldId id="278"/>
            <p14:sldId id="279"/>
            <p14:sldId id="280"/>
            <p14:sldId id="282"/>
            <p14:sldId id="389"/>
            <p14:sldId id="284"/>
            <p14:sldId id="390"/>
            <p14:sldId id="391"/>
            <p14:sldId id="286"/>
            <p14:sldId id="289"/>
            <p14:sldId id="1932"/>
          </p14:sldIdLst>
        </p14:section>
        <p14:section name="Day 3" id="{EC4E0A5E-8E9F-B444-8F36-2A2E74DB5EE4}">
          <p14:sldIdLst>
            <p14:sldId id="1895"/>
            <p14:sldId id="368"/>
            <p14:sldId id="1896"/>
            <p14:sldId id="1897"/>
            <p14:sldId id="1898"/>
            <p14:sldId id="371"/>
            <p14:sldId id="1872"/>
            <p14:sldId id="1924"/>
            <p14:sldId id="379"/>
            <p14:sldId id="360"/>
            <p14:sldId id="361"/>
            <p14:sldId id="362"/>
            <p14:sldId id="363"/>
            <p14:sldId id="364"/>
            <p14:sldId id="336"/>
            <p14:sldId id="264"/>
            <p14:sldId id="1922"/>
            <p14:sldId id="1923"/>
            <p14:sldId id="384"/>
            <p14:sldId id="385"/>
            <p14:sldId id="386"/>
            <p14:sldId id="1933"/>
            <p14:sldId id="348"/>
            <p14:sldId id="349"/>
            <p14:sldId id="350"/>
            <p14:sldId id="1934"/>
            <p14:sldId id="1950"/>
            <p14:sldId id="351"/>
            <p14:sldId id="353"/>
            <p14:sldId id="354"/>
            <p14:sldId id="355"/>
            <p14:sldId id="1929"/>
            <p14:sldId id="1935"/>
            <p14:sldId id="1936"/>
            <p14:sldId id="1937"/>
            <p14:sldId id="1938"/>
            <p14:sldId id="1939"/>
            <p14:sldId id="1940"/>
            <p14:sldId id="1941"/>
            <p14:sldId id="1942"/>
            <p14:sldId id="1943"/>
            <p14:sldId id="1944"/>
            <p14:sldId id="1945"/>
            <p14:sldId id="1946"/>
            <p14:sldId id="1947"/>
            <p14:sldId id="1948"/>
            <p14:sldId id="27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97"/>
    <p:restoredTop sz="81361"/>
  </p:normalViewPr>
  <p:slideViewPr>
    <p:cSldViewPr snapToGrid="0" snapToObjects="1">
      <p:cViewPr varScale="1">
        <p:scale>
          <a:sx n="103" d="100"/>
          <a:sy n="103" d="100"/>
        </p:scale>
        <p:origin x="2712" y="176"/>
      </p:cViewPr>
      <p:guideLst>
        <p:guide orient="horz" pos="2160"/>
        <p:guide pos="2880"/>
      </p:guideLst>
    </p:cSldViewPr>
  </p:slideViewPr>
  <p:outlineViewPr>
    <p:cViewPr>
      <p:scale>
        <a:sx n="33" d="100"/>
        <a:sy n="33" d="100"/>
      </p:scale>
      <p:origin x="0" y="-8496"/>
    </p:cViewPr>
  </p:outlin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s>
</file>

<file path=ppt/diagrams/_rels/data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ata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ata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_rels/data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ata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10.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8.svg"/><Relationship Id="rId4" Type="http://schemas.openxmlformats.org/officeDocument/2006/relationships/image" Target="../media/image32.svg"/><Relationship Id="rId9" Type="http://schemas.openxmlformats.org/officeDocument/2006/relationships/image" Target="../media/image7.png"/></Relationships>
</file>

<file path=ppt/diagrams/_rels/data11.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5.png"/><Relationship Id="rId7" Type="http://schemas.openxmlformats.org/officeDocument/2006/relationships/image" Target="../media/image43.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36.svg"/></Relationships>
</file>

<file path=ppt/diagrams/_rels/data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6.svg"/><Relationship Id="rId1" Type="http://schemas.openxmlformats.org/officeDocument/2006/relationships/image" Target="../media/image45.png"/><Relationship Id="rId4" Type="http://schemas.openxmlformats.org/officeDocument/2006/relationships/image" Target="../media/image8.svg"/></Relationships>
</file>

<file path=ppt/diagrams/_rels/data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30.svg"/></Relationships>
</file>

<file path=ppt/diagrams/_rels/data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52.svg"/></Relationships>
</file>

<file path=ppt/diagrams/_rels/data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12.svg"/></Relationships>
</file>

<file path=ppt/diagrams/_rels/data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46.svg"/></Relationships>
</file>

<file path=ppt/diagrams/_rels/data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diagrams/_rels/data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48.svg"/><Relationship Id="rId1" Type="http://schemas.openxmlformats.org/officeDocument/2006/relationships/image" Target="../media/image47.png"/><Relationship Id="rId4" Type="http://schemas.openxmlformats.org/officeDocument/2006/relationships/image" Target="../media/image65.svg"/></Relationships>
</file>

<file path=ppt/diagrams/_rels/data2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svg"/><Relationship Id="rId1" Type="http://schemas.openxmlformats.org/officeDocument/2006/relationships/image" Target="../media/image69.png"/><Relationship Id="rId4" Type="http://schemas.openxmlformats.org/officeDocument/2006/relationships/image" Target="../media/image72.svg"/></Relationships>
</file>

<file path=ppt/diagrams/_rels/data2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svg"/><Relationship Id="rId1" Type="http://schemas.openxmlformats.org/officeDocument/2006/relationships/image" Target="../media/image73.png"/><Relationship Id="rId4" Type="http://schemas.openxmlformats.org/officeDocument/2006/relationships/image" Target="../media/image76.svg"/></Relationships>
</file>

<file path=ppt/diagrams/_rels/data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78.svg"/><Relationship Id="rId1" Type="http://schemas.openxmlformats.org/officeDocument/2006/relationships/image" Target="../media/image77.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0.svg"/></Relationships>
</file>

<file path=ppt/diagrams/_rels/data2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80.svg"/><Relationship Id="rId1" Type="http://schemas.openxmlformats.org/officeDocument/2006/relationships/image" Target="../media/image79.png"/><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7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_rels/drawing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rawing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8.svg"/><Relationship Id="rId4" Type="http://schemas.openxmlformats.org/officeDocument/2006/relationships/image" Target="../media/image32.svg"/><Relationship Id="rId9" Type="http://schemas.openxmlformats.org/officeDocument/2006/relationships/image" Target="../media/image7.png"/></Relationships>
</file>

<file path=ppt/diagrams/_rels/drawing11.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5.png"/><Relationship Id="rId7" Type="http://schemas.openxmlformats.org/officeDocument/2006/relationships/image" Target="../media/image43.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36.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6.svg"/><Relationship Id="rId1" Type="http://schemas.openxmlformats.org/officeDocument/2006/relationships/image" Target="../media/image45.png"/><Relationship Id="rId4" Type="http://schemas.openxmlformats.org/officeDocument/2006/relationships/image" Target="../media/image8.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30.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52.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12.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46.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diagrams/_rels/drawing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48.svg"/><Relationship Id="rId1" Type="http://schemas.openxmlformats.org/officeDocument/2006/relationships/image" Target="../media/image47.png"/><Relationship Id="rId4" Type="http://schemas.openxmlformats.org/officeDocument/2006/relationships/image" Target="../media/image65.svg"/></Relationships>
</file>

<file path=ppt/diagrams/_rels/drawing2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svg"/><Relationship Id="rId1" Type="http://schemas.openxmlformats.org/officeDocument/2006/relationships/image" Target="../media/image69.png"/><Relationship Id="rId4" Type="http://schemas.openxmlformats.org/officeDocument/2006/relationships/image" Target="../media/image72.svg"/></Relationships>
</file>

<file path=ppt/diagrams/_rels/drawing2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svg"/><Relationship Id="rId1" Type="http://schemas.openxmlformats.org/officeDocument/2006/relationships/image" Target="../media/image73.png"/><Relationship Id="rId4" Type="http://schemas.openxmlformats.org/officeDocument/2006/relationships/image" Target="../media/image76.svg"/></Relationships>
</file>

<file path=ppt/diagrams/_rels/drawing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78.svg"/><Relationship Id="rId1" Type="http://schemas.openxmlformats.org/officeDocument/2006/relationships/image" Target="../media/image77.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0.svg"/></Relationships>
</file>

<file path=ppt/diagrams/_rels/drawing2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80.svg"/><Relationship Id="rId1" Type="http://schemas.openxmlformats.org/officeDocument/2006/relationships/image" Target="../media/image79.png"/><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7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B8F898-DCCD-4362-8093-FB8865212282}" type="doc">
      <dgm:prSet loTypeId="urn:microsoft.com/office/officeart/2005/8/layout/default" loCatId="list" qsTypeId="urn:microsoft.com/office/officeart/2005/8/quickstyle/simple2" qsCatId="simple" csTypeId="urn:microsoft.com/office/officeart/2005/8/colors/accent2_2" csCatId="accent2" phldr="1"/>
      <dgm:spPr/>
      <dgm:t>
        <a:bodyPr/>
        <a:lstStyle/>
        <a:p>
          <a:endParaRPr lang="en-US"/>
        </a:p>
      </dgm:t>
    </dgm:pt>
    <dgm:pt modelId="{FA33114E-CEA6-4314-A482-8D1F93D9E4ED}">
      <dgm:prSet/>
      <dgm:spPr/>
      <dgm:t>
        <a:bodyPr/>
        <a:lstStyle/>
        <a:p>
          <a:r>
            <a:rPr lang="en-US" dirty="0"/>
            <a:t>Redux</a:t>
          </a:r>
        </a:p>
      </dgm:t>
    </dgm:pt>
    <dgm:pt modelId="{B31EC11F-C591-491A-A08D-EFE374FA9B5F}" type="parTrans" cxnId="{6750D79E-7EF5-455B-8F74-DE7E0286000C}">
      <dgm:prSet/>
      <dgm:spPr/>
      <dgm:t>
        <a:bodyPr/>
        <a:lstStyle/>
        <a:p>
          <a:endParaRPr lang="en-US"/>
        </a:p>
      </dgm:t>
    </dgm:pt>
    <dgm:pt modelId="{9EF78C98-1503-4F35-9624-958F5A8B2BBB}" type="sibTrans" cxnId="{6750D79E-7EF5-455B-8F74-DE7E0286000C}">
      <dgm:prSet/>
      <dgm:spPr/>
      <dgm:t>
        <a:bodyPr/>
        <a:lstStyle/>
        <a:p>
          <a:endParaRPr lang="en-US"/>
        </a:p>
      </dgm:t>
    </dgm:pt>
    <dgm:pt modelId="{2177D30B-C10A-4534-A249-94F0A6CF613F}">
      <dgm:prSet/>
      <dgm:spPr/>
      <dgm:t>
        <a:bodyPr/>
        <a:lstStyle/>
        <a:p>
          <a:r>
            <a:rPr lang="en-US" dirty="0"/>
            <a:t>Component Lifecycle</a:t>
          </a:r>
        </a:p>
      </dgm:t>
    </dgm:pt>
    <dgm:pt modelId="{54727C1B-9562-41A9-91FE-98D7C3A70DE9}" type="parTrans" cxnId="{E9C64F16-3596-474F-A921-FDED8381D368}">
      <dgm:prSet/>
      <dgm:spPr/>
      <dgm:t>
        <a:bodyPr/>
        <a:lstStyle/>
        <a:p>
          <a:endParaRPr lang="en-US"/>
        </a:p>
      </dgm:t>
    </dgm:pt>
    <dgm:pt modelId="{D11EC1E1-B3D8-45DC-BE5D-FCD14166E451}" type="sibTrans" cxnId="{E9C64F16-3596-474F-A921-FDED8381D368}">
      <dgm:prSet/>
      <dgm:spPr/>
      <dgm:t>
        <a:bodyPr/>
        <a:lstStyle/>
        <a:p>
          <a:endParaRPr lang="en-US"/>
        </a:p>
      </dgm:t>
    </dgm:pt>
    <dgm:pt modelId="{83076C09-BE41-493F-A119-A5FC355C09E8}">
      <dgm:prSet/>
      <dgm:spPr/>
      <dgm:t>
        <a:bodyPr/>
        <a:lstStyle/>
        <a:p>
          <a:r>
            <a:rPr lang="en-US" dirty="0"/>
            <a:t>Server-side Rendering</a:t>
          </a:r>
        </a:p>
      </dgm:t>
    </dgm:pt>
    <dgm:pt modelId="{D5E36FC0-203B-47DC-9EE6-6ED67B03A8BD}" type="parTrans" cxnId="{A191470F-63E6-47C2-9BE5-0341B619A34B}">
      <dgm:prSet/>
      <dgm:spPr/>
      <dgm:t>
        <a:bodyPr/>
        <a:lstStyle/>
        <a:p>
          <a:endParaRPr lang="en-US"/>
        </a:p>
      </dgm:t>
    </dgm:pt>
    <dgm:pt modelId="{7328A322-E8D0-4E3D-A5BB-391CCC6C50B6}" type="sibTrans" cxnId="{A191470F-63E6-47C2-9BE5-0341B619A34B}">
      <dgm:prSet/>
      <dgm:spPr/>
      <dgm:t>
        <a:bodyPr/>
        <a:lstStyle/>
        <a:p>
          <a:endParaRPr lang="en-US"/>
        </a:p>
      </dgm:t>
    </dgm:pt>
    <dgm:pt modelId="{85180F0A-9015-4F2A-9DA7-A08708DFE2F5}">
      <dgm:prSet/>
      <dgm:spPr/>
      <dgm:t>
        <a:bodyPr/>
        <a:lstStyle/>
        <a:p>
          <a:r>
            <a:rPr lang="en-US" dirty="0"/>
            <a:t>Code Splitting</a:t>
          </a:r>
        </a:p>
      </dgm:t>
    </dgm:pt>
    <dgm:pt modelId="{6F577AFA-5C55-4612-8275-D6EA7CE13DE0}" type="parTrans" cxnId="{4D5AF8D9-D976-40FA-A015-4615AC6721A3}">
      <dgm:prSet/>
      <dgm:spPr/>
      <dgm:t>
        <a:bodyPr/>
        <a:lstStyle/>
        <a:p>
          <a:endParaRPr lang="en-US"/>
        </a:p>
      </dgm:t>
    </dgm:pt>
    <dgm:pt modelId="{BA75FB38-37B4-41D3-8454-A0F8D7DB77F3}" type="sibTrans" cxnId="{4D5AF8D9-D976-40FA-A015-4615AC6721A3}">
      <dgm:prSet/>
      <dgm:spPr/>
      <dgm:t>
        <a:bodyPr/>
        <a:lstStyle/>
        <a:p>
          <a:endParaRPr lang="en-US"/>
        </a:p>
      </dgm:t>
    </dgm:pt>
    <dgm:pt modelId="{CBAD5579-AD27-4A8D-8E07-F5C5B4A27B7C}">
      <dgm:prSet/>
      <dgm:spPr/>
      <dgm:t>
        <a:bodyPr/>
        <a:lstStyle/>
        <a:p>
          <a:r>
            <a:rPr lang="en-US" dirty="0"/>
            <a:t>Micro-frontends</a:t>
          </a:r>
        </a:p>
      </dgm:t>
    </dgm:pt>
    <dgm:pt modelId="{9D7A99F7-E74B-46D7-8C18-6F5B56D63F92}" type="parTrans" cxnId="{2133FFE5-0FAB-4AE4-B18B-343249BDBBBE}">
      <dgm:prSet/>
      <dgm:spPr/>
      <dgm:t>
        <a:bodyPr/>
        <a:lstStyle/>
        <a:p>
          <a:endParaRPr lang="en-US"/>
        </a:p>
      </dgm:t>
    </dgm:pt>
    <dgm:pt modelId="{F64CC703-A65A-4C0A-B6DE-D02E086F5D3D}" type="sibTrans" cxnId="{2133FFE5-0FAB-4AE4-B18B-343249BDBBBE}">
      <dgm:prSet/>
      <dgm:spPr/>
      <dgm:t>
        <a:bodyPr/>
        <a:lstStyle/>
        <a:p>
          <a:endParaRPr lang="en-US"/>
        </a:p>
      </dgm:t>
    </dgm:pt>
    <dgm:pt modelId="{130D7D4C-97DB-A247-BD07-156D5FE45F72}">
      <dgm:prSet/>
      <dgm:spPr/>
      <dgm:t>
        <a:bodyPr/>
        <a:lstStyle/>
        <a:p>
          <a:r>
            <a:rPr lang="en-US" dirty="0"/>
            <a:t>React Router</a:t>
          </a:r>
        </a:p>
      </dgm:t>
    </dgm:pt>
    <dgm:pt modelId="{4C813030-7D44-CB43-A8C0-A905DB6B8DDF}" type="parTrans" cxnId="{F9D94ED4-3A2B-7149-AC96-934C66489CBC}">
      <dgm:prSet/>
      <dgm:spPr/>
      <dgm:t>
        <a:bodyPr/>
        <a:lstStyle/>
        <a:p>
          <a:endParaRPr lang="en-US"/>
        </a:p>
      </dgm:t>
    </dgm:pt>
    <dgm:pt modelId="{6CAEC2F4-1C6E-EA46-BD77-2B8E62F537CD}" type="sibTrans" cxnId="{F9D94ED4-3A2B-7149-AC96-934C66489CBC}">
      <dgm:prSet/>
      <dgm:spPr/>
      <dgm:t>
        <a:bodyPr/>
        <a:lstStyle/>
        <a:p>
          <a:endParaRPr lang="en-US"/>
        </a:p>
      </dgm:t>
    </dgm:pt>
    <dgm:pt modelId="{8146E4D0-67D6-7740-9B6E-1B4AB104B116}">
      <dgm:prSet/>
      <dgm:spPr/>
      <dgm:t>
        <a:bodyPr/>
        <a:lstStyle/>
        <a:p>
          <a:r>
            <a:rPr lang="en-US" dirty="0"/>
            <a:t>Performance</a:t>
          </a:r>
        </a:p>
      </dgm:t>
    </dgm:pt>
    <dgm:pt modelId="{52B9AF6C-8DE7-604C-8D3E-2D5EEEAD5AF3}" type="parTrans" cxnId="{98009BBC-7FDD-8040-A1F1-4204EF178BEF}">
      <dgm:prSet/>
      <dgm:spPr/>
      <dgm:t>
        <a:bodyPr/>
        <a:lstStyle/>
        <a:p>
          <a:endParaRPr lang="en-US"/>
        </a:p>
      </dgm:t>
    </dgm:pt>
    <dgm:pt modelId="{55216097-2442-654D-8AFF-8B6A0CED04D4}" type="sibTrans" cxnId="{98009BBC-7FDD-8040-A1F1-4204EF178BEF}">
      <dgm:prSet/>
      <dgm:spPr/>
      <dgm:t>
        <a:bodyPr/>
        <a:lstStyle/>
        <a:p>
          <a:endParaRPr lang="en-US"/>
        </a:p>
      </dgm:t>
    </dgm:pt>
    <dgm:pt modelId="{CB1027EF-5397-B945-83F2-3938763976F7}">
      <dgm:prSet/>
      <dgm:spPr/>
      <dgm:t>
        <a:bodyPr/>
        <a:lstStyle/>
        <a:p>
          <a:r>
            <a:rPr lang="en-US" dirty="0"/>
            <a:t>Security</a:t>
          </a:r>
        </a:p>
      </dgm:t>
    </dgm:pt>
    <dgm:pt modelId="{0047F1A5-386D-124A-B4AA-9F0D0800A6AA}" type="parTrans" cxnId="{F719AEC5-6B59-7B4C-B122-0BDFB126FC1F}">
      <dgm:prSet/>
      <dgm:spPr/>
      <dgm:t>
        <a:bodyPr/>
        <a:lstStyle/>
        <a:p>
          <a:endParaRPr lang="en-US"/>
        </a:p>
      </dgm:t>
    </dgm:pt>
    <dgm:pt modelId="{FCA8962E-AE40-B34E-A4B7-E1323BC0B363}" type="sibTrans" cxnId="{F719AEC5-6B59-7B4C-B122-0BDFB126FC1F}">
      <dgm:prSet/>
      <dgm:spPr/>
      <dgm:t>
        <a:bodyPr/>
        <a:lstStyle/>
        <a:p>
          <a:endParaRPr lang="en-US"/>
        </a:p>
      </dgm:t>
    </dgm:pt>
    <dgm:pt modelId="{A170939A-10E9-6049-824E-1723511A1F89}" type="pres">
      <dgm:prSet presAssocID="{1BB8F898-DCCD-4362-8093-FB8865212282}" presName="diagram" presStyleCnt="0">
        <dgm:presLayoutVars>
          <dgm:dir/>
          <dgm:resizeHandles val="exact"/>
        </dgm:presLayoutVars>
      </dgm:prSet>
      <dgm:spPr/>
    </dgm:pt>
    <dgm:pt modelId="{1B5CB003-52CC-BD4C-A5E0-3E2F9A7F6F84}" type="pres">
      <dgm:prSet presAssocID="{FA33114E-CEA6-4314-A482-8D1F93D9E4ED}" presName="node" presStyleLbl="node1" presStyleIdx="0" presStyleCnt="8">
        <dgm:presLayoutVars>
          <dgm:bulletEnabled val="1"/>
        </dgm:presLayoutVars>
      </dgm:prSet>
      <dgm:spPr/>
    </dgm:pt>
    <dgm:pt modelId="{9F3085D3-A043-1842-A9A8-35093495E98C}" type="pres">
      <dgm:prSet presAssocID="{9EF78C98-1503-4F35-9624-958F5A8B2BBB}" presName="sibTrans" presStyleCnt="0"/>
      <dgm:spPr/>
    </dgm:pt>
    <dgm:pt modelId="{3CB72A23-0564-B84C-9DDE-BF0EF003CA65}" type="pres">
      <dgm:prSet presAssocID="{2177D30B-C10A-4534-A249-94F0A6CF613F}" presName="node" presStyleLbl="node1" presStyleIdx="1" presStyleCnt="8">
        <dgm:presLayoutVars>
          <dgm:bulletEnabled val="1"/>
        </dgm:presLayoutVars>
      </dgm:prSet>
      <dgm:spPr/>
    </dgm:pt>
    <dgm:pt modelId="{F14F3A8D-8727-9B4C-BC64-F039A4005133}" type="pres">
      <dgm:prSet presAssocID="{D11EC1E1-B3D8-45DC-BE5D-FCD14166E451}" presName="sibTrans" presStyleCnt="0"/>
      <dgm:spPr/>
    </dgm:pt>
    <dgm:pt modelId="{C4422D93-AF59-8C4C-822A-CE0F409F2531}" type="pres">
      <dgm:prSet presAssocID="{130D7D4C-97DB-A247-BD07-156D5FE45F72}" presName="node" presStyleLbl="node1" presStyleIdx="2" presStyleCnt="8">
        <dgm:presLayoutVars>
          <dgm:bulletEnabled val="1"/>
        </dgm:presLayoutVars>
      </dgm:prSet>
      <dgm:spPr/>
    </dgm:pt>
    <dgm:pt modelId="{FCD11F97-30EB-A64A-B02D-E76EF25B44EF}" type="pres">
      <dgm:prSet presAssocID="{6CAEC2F4-1C6E-EA46-BD77-2B8E62F537CD}" presName="sibTrans" presStyleCnt="0"/>
      <dgm:spPr/>
    </dgm:pt>
    <dgm:pt modelId="{29E90DF0-3128-F342-B19A-12D10D6D589F}" type="pres">
      <dgm:prSet presAssocID="{83076C09-BE41-493F-A119-A5FC355C09E8}" presName="node" presStyleLbl="node1" presStyleIdx="3" presStyleCnt="8">
        <dgm:presLayoutVars>
          <dgm:bulletEnabled val="1"/>
        </dgm:presLayoutVars>
      </dgm:prSet>
      <dgm:spPr/>
    </dgm:pt>
    <dgm:pt modelId="{46568814-3321-EF47-9A55-6D9109E58D7E}" type="pres">
      <dgm:prSet presAssocID="{7328A322-E8D0-4E3D-A5BB-391CCC6C50B6}" presName="sibTrans" presStyleCnt="0"/>
      <dgm:spPr/>
    </dgm:pt>
    <dgm:pt modelId="{AD253EAC-2C70-C64A-9E70-D6F014FD9D94}" type="pres">
      <dgm:prSet presAssocID="{85180F0A-9015-4F2A-9DA7-A08708DFE2F5}" presName="node" presStyleLbl="node1" presStyleIdx="4" presStyleCnt="8">
        <dgm:presLayoutVars>
          <dgm:bulletEnabled val="1"/>
        </dgm:presLayoutVars>
      </dgm:prSet>
      <dgm:spPr/>
    </dgm:pt>
    <dgm:pt modelId="{BC02E111-F39F-2441-AACB-50E2E0AAA8B3}" type="pres">
      <dgm:prSet presAssocID="{BA75FB38-37B4-41D3-8454-A0F8D7DB77F3}" presName="sibTrans" presStyleCnt="0"/>
      <dgm:spPr/>
    </dgm:pt>
    <dgm:pt modelId="{6A80433E-714B-F941-AA41-B9DEB215D5B9}" type="pres">
      <dgm:prSet presAssocID="{CBAD5579-AD27-4A8D-8E07-F5C5B4A27B7C}" presName="node" presStyleLbl="node1" presStyleIdx="5" presStyleCnt="8">
        <dgm:presLayoutVars>
          <dgm:bulletEnabled val="1"/>
        </dgm:presLayoutVars>
      </dgm:prSet>
      <dgm:spPr/>
    </dgm:pt>
    <dgm:pt modelId="{D37BB251-4FD8-B145-953C-9C219A1B8B7E}" type="pres">
      <dgm:prSet presAssocID="{F64CC703-A65A-4C0A-B6DE-D02E086F5D3D}" presName="sibTrans" presStyleCnt="0"/>
      <dgm:spPr/>
    </dgm:pt>
    <dgm:pt modelId="{97706658-FA13-C445-AEF5-D7B2DBB1889E}" type="pres">
      <dgm:prSet presAssocID="{8146E4D0-67D6-7740-9B6E-1B4AB104B116}" presName="node" presStyleLbl="node1" presStyleIdx="6" presStyleCnt="8">
        <dgm:presLayoutVars>
          <dgm:bulletEnabled val="1"/>
        </dgm:presLayoutVars>
      </dgm:prSet>
      <dgm:spPr/>
    </dgm:pt>
    <dgm:pt modelId="{1C8DD364-7436-1C4E-9623-16E9EBA105B7}" type="pres">
      <dgm:prSet presAssocID="{55216097-2442-654D-8AFF-8B6A0CED04D4}" presName="sibTrans" presStyleCnt="0"/>
      <dgm:spPr/>
    </dgm:pt>
    <dgm:pt modelId="{A6B5A0E5-69F3-544E-ABDE-62F842B0D7D4}" type="pres">
      <dgm:prSet presAssocID="{CB1027EF-5397-B945-83F2-3938763976F7}" presName="node" presStyleLbl="node1" presStyleIdx="7" presStyleCnt="8">
        <dgm:presLayoutVars>
          <dgm:bulletEnabled val="1"/>
        </dgm:presLayoutVars>
      </dgm:prSet>
      <dgm:spPr/>
    </dgm:pt>
  </dgm:ptLst>
  <dgm:cxnLst>
    <dgm:cxn modelId="{A191470F-63E6-47C2-9BE5-0341B619A34B}" srcId="{1BB8F898-DCCD-4362-8093-FB8865212282}" destId="{83076C09-BE41-493F-A119-A5FC355C09E8}" srcOrd="3" destOrd="0" parTransId="{D5E36FC0-203B-47DC-9EE6-6ED67B03A8BD}" sibTransId="{7328A322-E8D0-4E3D-A5BB-391CCC6C50B6}"/>
    <dgm:cxn modelId="{E9C64F16-3596-474F-A921-FDED8381D368}" srcId="{1BB8F898-DCCD-4362-8093-FB8865212282}" destId="{2177D30B-C10A-4534-A249-94F0A6CF613F}" srcOrd="1" destOrd="0" parTransId="{54727C1B-9562-41A9-91FE-98D7C3A70DE9}" sibTransId="{D11EC1E1-B3D8-45DC-BE5D-FCD14166E451}"/>
    <dgm:cxn modelId="{355D7921-AAF0-8D45-BEEB-8F88B45A31B4}" type="presOf" srcId="{1BB8F898-DCCD-4362-8093-FB8865212282}" destId="{A170939A-10E9-6049-824E-1723511A1F89}" srcOrd="0" destOrd="0" presId="urn:microsoft.com/office/officeart/2005/8/layout/default"/>
    <dgm:cxn modelId="{AA48DC4C-0D8A-3642-AB14-127690C03A42}" type="presOf" srcId="{CB1027EF-5397-B945-83F2-3938763976F7}" destId="{A6B5A0E5-69F3-544E-ABDE-62F842B0D7D4}" srcOrd="0" destOrd="0" presId="urn:microsoft.com/office/officeart/2005/8/layout/default"/>
    <dgm:cxn modelId="{605BBF8F-DB96-9846-B5D5-A47E67A9F25F}" type="presOf" srcId="{2177D30B-C10A-4534-A249-94F0A6CF613F}" destId="{3CB72A23-0564-B84C-9DDE-BF0EF003CA65}" srcOrd="0" destOrd="0" presId="urn:microsoft.com/office/officeart/2005/8/layout/default"/>
    <dgm:cxn modelId="{9CEFEC99-CD9E-224D-981D-AA763AFBDBAE}" type="presOf" srcId="{83076C09-BE41-493F-A119-A5FC355C09E8}" destId="{29E90DF0-3128-F342-B19A-12D10D6D589F}" srcOrd="0" destOrd="0" presId="urn:microsoft.com/office/officeart/2005/8/layout/default"/>
    <dgm:cxn modelId="{6750D79E-7EF5-455B-8F74-DE7E0286000C}" srcId="{1BB8F898-DCCD-4362-8093-FB8865212282}" destId="{FA33114E-CEA6-4314-A482-8D1F93D9E4ED}" srcOrd="0" destOrd="0" parTransId="{B31EC11F-C591-491A-A08D-EFE374FA9B5F}" sibTransId="{9EF78C98-1503-4F35-9624-958F5A8B2BBB}"/>
    <dgm:cxn modelId="{D2360BA1-173D-C642-AE5B-D21B333B8E8E}" type="presOf" srcId="{CBAD5579-AD27-4A8D-8E07-F5C5B4A27B7C}" destId="{6A80433E-714B-F941-AA41-B9DEB215D5B9}" srcOrd="0" destOrd="0" presId="urn:microsoft.com/office/officeart/2005/8/layout/default"/>
    <dgm:cxn modelId="{B70B74A1-86D6-9F47-B95A-A83587E266D8}" type="presOf" srcId="{85180F0A-9015-4F2A-9DA7-A08708DFE2F5}" destId="{AD253EAC-2C70-C64A-9E70-D6F014FD9D94}" srcOrd="0" destOrd="0" presId="urn:microsoft.com/office/officeart/2005/8/layout/default"/>
    <dgm:cxn modelId="{FD51E1AB-BBA6-E24A-AE18-00E4381C450D}" type="presOf" srcId="{8146E4D0-67D6-7740-9B6E-1B4AB104B116}" destId="{97706658-FA13-C445-AEF5-D7B2DBB1889E}" srcOrd="0" destOrd="0" presId="urn:microsoft.com/office/officeart/2005/8/layout/default"/>
    <dgm:cxn modelId="{D89834B1-64E3-7D4E-AB9D-C81903D3F676}" type="presOf" srcId="{FA33114E-CEA6-4314-A482-8D1F93D9E4ED}" destId="{1B5CB003-52CC-BD4C-A5E0-3E2F9A7F6F84}" srcOrd="0" destOrd="0" presId="urn:microsoft.com/office/officeart/2005/8/layout/default"/>
    <dgm:cxn modelId="{98009BBC-7FDD-8040-A1F1-4204EF178BEF}" srcId="{1BB8F898-DCCD-4362-8093-FB8865212282}" destId="{8146E4D0-67D6-7740-9B6E-1B4AB104B116}" srcOrd="6" destOrd="0" parTransId="{52B9AF6C-8DE7-604C-8D3E-2D5EEEAD5AF3}" sibTransId="{55216097-2442-654D-8AFF-8B6A0CED04D4}"/>
    <dgm:cxn modelId="{F719AEC5-6B59-7B4C-B122-0BDFB126FC1F}" srcId="{1BB8F898-DCCD-4362-8093-FB8865212282}" destId="{CB1027EF-5397-B945-83F2-3938763976F7}" srcOrd="7" destOrd="0" parTransId="{0047F1A5-386D-124A-B4AA-9F0D0800A6AA}" sibTransId="{FCA8962E-AE40-B34E-A4B7-E1323BC0B363}"/>
    <dgm:cxn modelId="{F9D94ED4-3A2B-7149-AC96-934C66489CBC}" srcId="{1BB8F898-DCCD-4362-8093-FB8865212282}" destId="{130D7D4C-97DB-A247-BD07-156D5FE45F72}" srcOrd="2" destOrd="0" parTransId="{4C813030-7D44-CB43-A8C0-A905DB6B8DDF}" sibTransId="{6CAEC2F4-1C6E-EA46-BD77-2B8E62F537CD}"/>
    <dgm:cxn modelId="{4D5AF8D9-D976-40FA-A015-4615AC6721A3}" srcId="{1BB8F898-DCCD-4362-8093-FB8865212282}" destId="{85180F0A-9015-4F2A-9DA7-A08708DFE2F5}" srcOrd="4" destOrd="0" parTransId="{6F577AFA-5C55-4612-8275-D6EA7CE13DE0}" sibTransId="{BA75FB38-37B4-41D3-8454-A0F8D7DB77F3}"/>
    <dgm:cxn modelId="{B875ADDD-84A4-404A-86D0-72C2B506D891}" type="presOf" srcId="{130D7D4C-97DB-A247-BD07-156D5FE45F72}" destId="{C4422D93-AF59-8C4C-822A-CE0F409F2531}" srcOrd="0" destOrd="0" presId="urn:microsoft.com/office/officeart/2005/8/layout/default"/>
    <dgm:cxn modelId="{2133FFE5-0FAB-4AE4-B18B-343249BDBBBE}" srcId="{1BB8F898-DCCD-4362-8093-FB8865212282}" destId="{CBAD5579-AD27-4A8D-8E07-F5C5B4A27B7C}" srcOrd="5" destOrd="0" parTransId="{9D7A99F7-E74B-46D7-8C18-6F5B56D63F92}" sibTransId="{F64CC703-A65A-4C0A-B6DE-D02E086F5D3D}"/>
    <dgm:cxn modelId="{83B0FC58-B4E1-944A-AEBF-2BAB11BBB611}" type="presParOf" srcId="{A170939A-10E9-6049-824E-1723511A1F89}" destId="{1B5CB003-52CC-BD4C-A5E0-3E2F9A7F6F84}" srcOrd="0" destOrd="0" presId="urn:microsoft.com/office/officeart/2005/8/layout/default"/>
    <dgm:cxn modelId="{51296829-CDD5-5A46-8FFE-21229648F47E}" type="presParOf" srcId="{A170939A-10E9-6049-824E-1723511A1F89}" destId="{9F3085D3-A043-1842-A9A8-35093495E98C}" srcOrd="1" destOrd="0" presId="urn:microsoft.com/office/officeart/2005/8/layout/default"/>
    <dgm:cxn modelId="{16983CE5-F753-6847-94EF-BFD66079301E}" type="presParOf" srcId="{A170939A-10E9-6049-824E-1723511A1F89}" destId="{3CB72A23-0564-B84C-9DDE-BF0EF003CA65}" srcOrd="2" destOrd="0" presId="urn:microsoft.com/office/officeart/2005/8/layout/default"/>
    <dgm:cxn modelId="{F56E143D-E5D0-564A-98D5-123C8F11D8F3}" type="presParOf" srcId="{A170939A-10E9-6049-824E-1723511A1F89}" destId="{F14F3A8D-8727-9B4C-BC64-F039A4005133}" srcOrd="3" destOrd="0" presId="urn:microsoft.com/office/officeart/2005/8/layout/default"/>
    <dgm:cxn modelId="{36D3642D-53F5-3E4E-8DE1-3E4836723529}" type="presParOf" srcId="{A170939A-10E9-6049-824E-1723511A1F89}" destId="{C4422D93-AF59-8C4C-822A-CE0F409F2531}" srcOrd="4" destOrd="0" presId="urn:microsoft.com/office/officeart/2005/8/layout/default"/>
    <dgm:cxn modelId="{6FB89032-4A2D-0641-9721-F8810B5E0DBF}" type="presParOf" srcId="{A170939A-10E9-6049-824E-1723511A1F89}" destId="{FCD11F97-30EB-A64A-B02D-E76EF25B44EF}" srcOrd="5" destOrd="0" presId="urn:microsoft.com/office/officeart/2005/8/layout/default"/>
    <dgm:cxn modelId="{E681F01B-187E-2B48-9117-F7B844FC91B9}" type="presParOf" srcId="{A170939A-10E9-6049-824E-1723511A1F89}" destId="{29E90DF0-3128-F342-B19A-12D10D6D589F}" srcOrd="6" destOrd="0" presId="urn:microsoft.com/office/officeart/2005/8/layout/default"/>
    <dgm:cxn modelId="{67312255-206C-4240-BAD3-699D46D96EA5}" type="presParOf" srcId="{A170939A-10E9-6049-824E-1723511A1F89}" destId="{46568814-3321-EF47-9A55-6D9109E58D7E}" srcOrd="7" destOrd="0" presId="urn:microsoft.com/office/officeart/2005/8/layout/default"/>
    <dgm:cxn modelId="{DB16B444-DC93-6E4B-B5D8-52C209AC153E}" type="presParOf" srcId="{A170939A-10E9-6049-824E-1723511A1F89}" destId="{AD253EAC-2C70-C64A-9E70-D6F014FD9D94}" srcOrd="8" destOrd="0" presId="urn:microsoft.com/office/officeart/2005/8/layout/default"/>
    <dgm:cxn modelId="{89AAED73-0432-464B-999B-2575613EBCE4}" type="presParOf" srcId="{A170939A-10E9-6049-824E-1723511A1F89}" destId="{BC02E111-F39F-2441-AACB-50E2E0AAA8B3}" srcOrd="9" destOrd="0" presId="urn:microsoft.com/office/officeart/2005/8/layout/default"/>
    <dgm:cxn modelId="{54126FFC-EB0D-844C-B42D-D39EE14E0E1B}" type="presParOf" srcId="{A170939A-10E9-6049-824E-1723511A1F89}" destId="{6A80433E-714B-F941-AA41-B9DEB215D5B9}" srcOrd="10" destOrd="0" presId="urn:microsoft.com/office/officeart/2005/8/layout/default"/>
    <dgm:cxn modelId="{6070D55E-3FDB-B845-AADC-EF3F8C9DBF05}" type="presParOf" srcId="{A170939A-10E9-6049-824E-1723511A1F89}" destId="{D37BB251-4FD8-B145-953C-9C219A1B8B7E}" srcOrd="11" destOrd="0" presId="urn:microsoft.com/office/officeart/2005/8/layout/default"/>
    <dgm:cxn modelId="{78DA232E-FAAE-CB40-804B-3AC99AB5DFE5}" type="presParOf" srcId="{A170939A-10E9-6049-824E-1723511A1F89}" destId="{97706658-FA13-C445-AEF5-D7B2DBB1889E}" srcOrd="12" destOrd="0" presId="urn:microsoft.com/office/officeart/2005/8/layout/default"/>
    <dgm:cxn modelId="{E2E55676-C3DA-B34C-80CB-4C8D98C4F123}" type="presParOf" srcId="{A170939A-10E9-6049-824E-1723511A1F89}" destId="{1C8DD364-7436-1C4E-9623-16E9EBA105B7}" srcOrd="13" destOrd="0" presId="urn:microsoft.com/office/officeart/2005/8/layout/default"/>
    <dgm:cxn modelId="{DE3E7BFC-0A3B-A54A-B16F-0D74139E79FD}" type="presParOf" srcId="{A170939A-10E9-6049-824E-1723511A1F89}" destId="{A6B5A0E5-69F3-544E-ABDE-62F842B0D7D4}"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BDD545C-A9F2-4354-9703-BEF38265A8E4}" type="doc">
      <dgm:prSet loTypeId="urn:microsoft.com/office/officeart/2016/7/layout/HorizontalActionList" loCatId="List" qsTypeId="urn:microsoft.com/office/officeart/2005/8/quickstyle/simple2" qsCatId="simple" csTypeId="urn:microsoft.com/office/officeart/2005/8/colors/accent1_2" csCatId="accent1" phldr="1"/>
      <dgm:spPr/>
      <dgm:t>
        <a:bodyPr/>
        <a:lstStyle/>
        <a:p>
          <a:endParaRPr lang="en-US"/>
        </a:p>
      </dgm:t>
    </dgm:pt>
    <dgm:pt modelId="{423283A1-BBDD-4FE3-8768-AE04DC607E79}">
      <dgm:prSet/>
      <dgm:spPr/>
      <dgm:t>
        <a:bodyPr/>
        <a:lstStyle/>
        <a:p>
          <a:r>
            <a:rPr lang="en-US"/>
            <a:t>Mounting</a:t>
          </a:r>
        </a:p>
      </dgm:t>
    </dgm:pt>
    <dgm:pt modelId="{10BD3B53-90F6-49EB-852F-7C7A23EA5F8E}" type="parTrans" cxnId="{5A5C6CF4-2C79-4B71-AB60-ACD94E461E53}">
      <dgm:prSet/>
      <dgm:spPr/>
      <dgm:t>
        <a:bodyPr/>
        <a:lstStyle/>
        <a:p>
          <a:endParaRPr lang="en-US"/>
        </a:p>
      </dgm:t>
    </dgm:pt>
    <dgm:pt modelId="{3F01BEF3-98A5-4919-93FE-F40056FD3976}" type="sibTrans" cxnId="{5A5C6CF4-2C79-4B71-AB60-ACD94E461E53}">
      <dgm:prSet/>
      <dgm:spPr/>
      <dgm:t>
        <a:bodyPr/>
        <a:lstStyle/>
        <a:p>
          <a:endParaRPr lang="en-US"/>
        </a:p>
      </dgm:t>
    </dgm:pt>
    <dgm:pt modelId="{DD60BBED-B8DF-49BD-9C01-4CE02605A34D}">
      <dgm:prSet/>
      <dgm:spPr/>
      <dgm:t>
        <a:bodyPr/>
        <a:lstStyle/>
        <a:p>
          <a:r>
            <a:rPr lang="en-US" dirty="0"/>
            <a:t>The component renders in the browser.</a:t>
          </a:r>
        </a:p>
      </dgm:t>
    </dgm:pt>
    <dgm:pt modelId="{8D9E9B87-9CD7-43A7-930C-EEA4B2EEE751}" type="parTrans" cxnId="{444FB568-15B5-4341-9E25-33063926AA17}">
      <dgm:prSet/>
      <dgm:spPr/>
      <dgm:t>
        <a:bodyPr/>
        <a:lstStyle/>
        <a:p>
          <a:endParaRPr lang="en-US"/>
        </a:p>
      </dgm:t>
    </dgm:pt>
    <dgm:pt modelId="{4C611899-5574-4DB8-9963-54F835A33413}" type="sibTrans" cxnId="{444FB568-15B5-4341-9E25-33063926AA17}">
      <dgm:prSet/>
      <dgm:spPr/>
      <dgm:t>
        <a:bodyPr/>
        <a:lstStyle/>
        <a:p>
          <a:endParaRPr lang="en-US"/>
        </a:p>
      </dgm:t>
    </dgm:pt>
    <dgm:pt modelId="{652AAEEF-16BA-4334-A999-CE703F1DBB95}">
      <dgm:prSet/>
      <dgm:spPr/>
      <dgm:t>
        <a:bodyPr/>
        <a:lstStyle/>
        <a:p>
          <a:r>
            <a:rPr lang="en-US"/>
            <a:t>Updating</a:t>
          </a:r>
        </a:p>
      </dgm:t>
    </dgm:pt>
    <dgm:pt modelId="{116955EA-8A88-4C84-A0C3-31C84C56CC63}" type="parTrans" cxnId="{A84FCC66-17B9-4C86-9655-5D6B001532E8}">
      <dgm:prSet/>
      <dgm:spPr/>
      <dgm:t>
        <a:bodyPr/>
        <a:lstStyle/>
        <a:p>
          <a:endParaRPr lang="en-US"/>
        </a:p>
      </dgm:t>
    </dgm:pt>
    <dgm:pt modelId="{3A35D99D-FB08-45A8-AC2E-FB3A8624FE71}" type="sibTrans" cxnId="{A84FCC66-17B9-4C86-9655-5D6B001532E8}">
      <dgm:prSet/>
      <dgm:spPr/>
      <dgm:t>
        <a:bodyPr/>
        <a:lstStyle/>
        <a:p>
          <a:endParaRPr lang="en-US"/>
        </a:p>
      </dgm:t>
    </dgm:pt>
    <dgm:pt modelId="{C9D0E4A9-E849-4C06-89FA-11EB7271491B}">
      <dgm:prSet/>
      <dgm:spPr/>
      <dgm:t>
        <a:bodyPr/>
        <a:lstStyle/>
        <a:p>
          <a:r>
            <a:rPr lang="en-US" dirty="0"/>
            <a:t>The component receives new props or sets its state.</a:t>
          </a:r>
        </a:p>
      </dgm:t>
    </dgm:pt>
    <dgm:pt modelId="{2C49CFE6-F4A1-4AAC-94CE-E6C4BAADA09C}" type="parTrans" cxnId="{B8FE51A3-5DB1-44AC-B740-A77D306972A2}">
      <dgm:prSet/>
      <dgm:spPr/>
      <dgm:t>
        <a:bodyPr/>
        <a:lstStyle/>
        <a:p>
          <a:endParaRPr lang="en-US"/>
        </a:p>
      </dgm:t>
    </dgm:pt>
    <dgm:pt modelId="{65BAF56D-436E-40CA-8873-1C63BA21B69F}" type="sibTrans" cxnId="{B8FE51A3-5DB1-44AC-B740-A77D306972A2}">
      <dgm:prSet/>
      <dgm:spPr/>
      <dgm:t>
        <a:bodyPr/>
        <a:lstStyle/>
        <a:p>
          <a:endParaRPr lang="en-US"/>
        </a:p>
      </dgm:t>
    </dgm:pt>
    <dgm:pt modelId="{73B3DEFE-8689-4D06-AB24-3EED328146A3}">
      <dgm:prSet/>
      <dgm:spPr/>
      <dgm:t>
        <a:bodyPr/>
        <a:lstStyle/>
        <a:p>
          <a:r>
            <a:rPr lang="en-US"/>
            <a:t>Unmounting</a:t>
          </a:r>
        </a:p>
      </dgm:t>
    </dgm:pt>
    <dgm:pt modelId="{C246E1BE-FD74-4694-93F7-46D3A0A6EE91}" type="parTrans" cxnId="{9EAC776B-A46D-4261-B8EE-227865E3E352}">
      <dgm:prSet/>
      <dgm:spPr/>
      <dgm:t>
        <a:bodyPr/>
        <a:lstStyle/>
        <a:p>
          <a:endParaRPr lang="en-US"/>
        </a:p>
      </dgm:t>
    </dgm:pt>
    <dgm:pt modelId="{F4B93E5C-6B88-41B3-AF00-9B935ADDDB1F}" type="sibTrans" cxnId="{9EAC776B-A46D-4261-B8EE-227865E3E352}">
      <dgm:prSet/>
      <dgm:spPr/>
      <dgm:t>
        <a:bodyPr/>
        <a:lstStyle/>
        <a:p>
          <a:endParaRPr lang="en-US"/>
        </a:p>
      </dgm:t>
    </dgm:pt>
    <dgm:pt modelId="{99FBC40C-795A-4EA8-8D82-AF095704CD06}">
      <dgm:prSet/>
      <dgm:spPr/>
      <dgm:t>
        <a:bodyPr/>
        <a:lstStyle/>
        <a:p>
          <a:r>
            <a:rPr lang="en-US" dirty="0"/>
            <a:t>The component is removed from the browser.</a:t>
          </a:r>
        </a:p>
      </dgm:t>
    </dgm:pt>
    <dgm:pt modelId="{0B874137-D368-455E-9839-B293FFB5237D}" type="parTrans" cxnId="{CD0D3F72-3BF8-415B-90F8-79865B7FDDB8}">
      <dgm:prSet/>
      <dgm:spPr/>
      <dgm:t>
        <a:bodyPr/>
        <a:lstStyle/>
        <a:p>
          <a:endParaRPr lang="en-US"/>
        </a:p>
      </dgm:t>
    </dgm:pt>
    <dgm:pt modelId="{14BCE383-2914-4C6B-8C05-298C6C1E9C31}" type="sibTrans" cxnId="{CD0D3F72-3BF8-415B-90F8-79865B7FDDB8}">
      <dgm:prSet/>
      <dgm:spPr/>
      <dgm:t>
        <a:bodyPr/>
        <a:lstStyle/>
        <a:p>
          <a:endParaRPr lang="en-US"/>
        </a:p>
      </dgm:t>
    </dgm:pt>
    <dgm:pt modelId="{DAE1FEAE-5772-7245-8165-CF36822433D1}" type="pres">
      <dgm:prSet presAssocID="{FBDD545C-A9F2-4354-9703-BEF38265A8E4}" presName="Name0" presStyleCnt="0">
        <dgm:presLayoutVars>
          <dgm:dir/>
          <dgm:animLvl val="lvl"/>
          <dgm:resizeHandles val="exact"/>
        </dgm:presLayoutVars>
      </dgm:prSet>
      <dgm:spPr/>
    </dgm:pt>
    <dgm:pt modelId="{5DC30B23-FBED-DE46-B4DE-CA9CA4C8BE19}" type="pres">
      <dgm:prSet presAssocID="{423283A1-BBDD-4FE3-8768-AE04DC607E79}" presName="composite" presStyleCnt="0"/>
      <dgm:spPr/>
    </dgm:pt>
    <dgm:pt modelId="{F03DF825-31D5-CA43-9BD2-F00729211D4D}" type="pres">
      <dgm:prSet presAssocID="{423283A1-BBDD-4FE3-8768-AE04DC607E79}" presName="parTx" presStyleLbl="alignNode1" presStyleIdx="0" presStyleCnt="3">
        <dgm:presLayoutVars>
          <dgm:chMax val="0"/>
          <dgm:chPref val="0"/>
        </dgm:presLayoutVars>
      </dgm:prSet>
      <dgm:spPr/>
    </dgm:pt>
    <dgm:pt modelId="{49221F92-2415-EE41-9A60-FFB0D8ABD710}" type="pres">
      <dgm:prSet presAssocID="{423283A1-BBDD-4FE3-8768-AE04DC607E79}" presName="desTx" presStyleLbl="alignAccFollowNode1" presStyleIdx="0" presStyleCnt="3">
        <dgm:presLayoutVars/>
      </dgm:prSet>
      <dgm:spPr/>
    </dgm:pt>
    <dgm:pt modelId="{47EAAD13-AD26-684C-B9D6-9595B7CD2871}" type="pres">
      <dgm:prSet presAssocID="{3F01BEF3-98A5-4919-93FE-F40056FD3976}" presName="space" presStyleCnt="0"/>
      <dgm:spPr/>
    </dgm:pt>
    <dgm:pt modelId="{558F218C-F03B-7049-81BF-1976E6784D6D}" type="pres">
      <dgm:prSet presAssocID="{652AAEEF-16BA-4334-A999-CE703F1DBB95}" presName="composite" presStyleCnt="0"/>
      <dgm:spPr/>
    </dgm:pt>
    <dgm:pt modelId="{1D0DEC83-6B88-6C46-BB89-E52314BBD6A5}" type="pres">
      <dgm:prSet presAssocID="{652AAEEF-16BA-4334-A999-CE703F1DBB95}" presName="parTx" presStyleLbl="alignNode1" presStyleIdx="1" presStyleCnt="3">
        <dgm:presLayoutVars>
          <dgm:chMax val="0"/>
          <dgm:chPref val="0"/>
        </dgm:presLayoutVars>
      </dgm:prSet>
      <dgm:spPr/>
    </dgm:pt>
    <dgm:pt modelId="{2F2A63A8-C2AD-A443-AAF3-C637A0BC9753}" type="pres">
      <dgm:prSet presAssocID="{652AAEEF-16BA-4334-A999-CE703F1DBB95}" presName="desTx" presStyleLbl="alignAccFollowNode1" presStyleIdx="1" presStyleCnt="3">
        <dgm:presLayoutVars/>
      </dgm:prSet>
      <dgm:spPr/>
    </dgm:pt>
    <dgm:pt modelId="{FE1C3E8B-356A-A84D-8110-68515877BC50}" type="pres">
      <dgm:prSet presAssocID="{3A35D99D-FB08-45A8-AC2E-FB3A8624FE71}" presName="space" presStyleCnt="0"/>
      <dgm:spPr/>
    </dgm:pt>
    <dgm:pt modelId="{87EA0885-10D9-6844-A361-AD875AA6B23F}" type="pres">
      <dgm:prSet presAssocID="{73B3DEFE-8689-4D06-AB24-3EED328146A3}" presName="composite" presStyleCnt="0"/>
      <dgm:spPr/>
    </dgm:pt>
    <dgm:pt modelId="{3F1B0024-3D3E-2947-8CB3-30DEE2949DE9}" type="pres">
      <dgm:prSet presAssocID="{73B3DEFE-8689-4D06-AB24-3EED328146A3}" presName="parTx" presStyleLbl="alignNode1" presStyleIdx="2" presStyleCnt="3">
        <dgm:presLayoutVars>
          <dgm:chMax val="0"/>
          <dgm:chPref val="0"/>
        </dgm:presLayoutVars>
      </dgm:prSet>
      <dgm:spPr/>
    </dgm:pt>
    <dgm:pt modelId="{67B57665-2679-D74C-B75D-B40E8EBFA2AA}" type="pres">
      <dgm:prSet presAssocID="{73B3DEFE-8689-4D06-AB24-3EED328146A3}" presName="desTx" presStyleLbl="alignAccFollowNode1" presStyleIdx="2" presStyleCnt="3">
        <dgm:presLayoutVars/>
      </dgm:prSet>
      <dgm:spPr/>
    </dgm:pt>
  </dgm:ptLst>
  <dgm:cxnLst>
    <dgm:cxn modelId="{B04BD017-545C-B24D-8103-FC4638B651BE}" type="presOf" srcId="{99FBC40C-795A-4EA8-8D82-AF095704CD06}" destId="{67B57665-2679-D74C-B75D-B40E8EBFA2AA}" srcOrd="0" destOrd="0" presId="urn:microsoft.com/office/officeart/2016/7/layout/HorizontalActionList"/>
    <dgm:cxn modelId="{7B0EAF5D-A666-9D4D-A1AE-B14F9AC9D41E}" type="presOf" srcId="{73B3DEFE-8689-4D06-AB24-3EED328146A3}" destId="{3F1B0024-3D3E-2947-8CB3-30DEE2949DE9}" srcOrd="0" destOrd="0" presId="urn:microsoft.com/office/officeart/2016/7/layout/HorizontalActionList"/>
    <dgm:cxn modelId="{91239C63-16E2-6A49-ACB0-4D0ED3F86C17}" type="presOf" srcId="{C9D0E4A9-E849-4C06-89FA-11EB7271491B}" destId="{2F2A63A8-C2AD-A443-AAF3-C637A0BC9753}" srcOrd="0" destOrd="0" presId="urn:microsoft.com/office/officeart/2016/7/layout/HorizontalActionList"/>
    <dgm:cxn modelId="{A84FCC66-17B9-4C86-9655-5D6B001532E8}" srcId="{FBDD545C-A9F2-4354-9703-BEF38265A8E4}" destId="{652AAEEF-16BA-4334-A999-CE703F1DBB95}" srcOrd="1" destOrd="0" parTransId="{116955EA-8A88-4C84-A0C3-31C84C56CC63}" sibTransId="{3A35D99D-FB08-45A8-AC2E-FB3A8624FE71}"/>
    <dgm:cxn modelId="{444FB568-15B5-4341-9E25-33063926AA17}" srcId="{423283A1-BBDD-4FE3-8768-AE04DC607E79}" destId="{DD60BBED-B8DF-49BD-9C01-4CE02605A34D}" srcOrd="0" destOrd="0" parTransId="{8D9E9B87-9CD7-43A7-930C-EEA4B2EEE751}" sibTransId="{4C611899-5574-4DB8-9963-54F835A33413}"/>
    <dgm:cxn modelId="{9EAC776B-A46D-4261-B8EE-227865E3E352}" srcId="{FBDD545C-A9F2-4354-9703-BEF38265A8E4}" destId="{73B3DEFE-8689-4D06-AB24-3EED328146A3}" srcOrd="2" destOrd="0" parTransId="{C246E1BE-FD74-4694-93F7-46D3A0A6EE91}" sibTransId="{F4B93E5C-6B88-41B3-AF00-9B935ADDDB1F}"/>
    <dgm:cxn modelId="{CD0D3F72-3BF8-415B-90F8-79865B7FDDB8}" srcId="{73B3DEFE-8689-4D06-AB24-3EED328146A3}" destId="{99FBC40C-795A-4EA8-8D82-AF095704CD06}" srcOrd="0" destOrd="0" parTransId="{0B874137-D368-455E-9839-B293FFB5237D}" sibTransId="{14BCE383-2914-4C6B-8C05-298C6C1E9C31}"/>
    <dgm:cxn modelId="{0E072993-13AF-0C44-BA2E-BB6915234464}" type="presOf" srcId="{423283A1-BBDD-4FE3-8768-AE04DC607E79}" destId="{F03DF825-31D5-CA43-9BD2-F00729211D4D}" srcOrd="0" destOrd="0" presId="urn:microsoft.com/office/officeart/2016/7/layout/HorizontalActionList"/>
    <dgm:cxn modelId="{53F40098-0745-9640-98A6-3FEF2E462A33}" type="presOf" srcId="{FBDD545C-A9F2-4354-9703-BEF38265A8E4}" destId="{DAE1FEAE-5772-7245-8165-CF36822433D1}" srcOrd="0" destOrd="0" presId="urn:microsoft.com/office/officeart/2016/7/layout/HorizontalActionList"/>
    <dgm:cxn modelId="{B8FE51A3-5DB1-44AC-B740-A77D306972A2}" srcId="{652AAEEF-16BA-4334-A999-CE703F1DBB95}" destId="{C9D0E4A9-E849-4C06-89FA-11EB7271491B}" srcOrd="0" destOrd="0" parTransId="{2C49CFE6-F4A1-4AAC-94CE-E6C4BAADA09C}" sibTransId="{65BAF56D-436E-40CA-8873-1C63BA21B69F}"/>
    <dgm:cxn modelId="{359E62D5-1D96-204C-9C75-8ACB5FDA82D8}" type="presOf" srcId="{DD60BBED-B8DF-49BD-9C01-4CE02605A34D}" destId="{49221F92-2415-EE41-9A60-FFB0D8ABD710}" srcOrd="0" destOrd="0" presId="urn:microsoft.com/office/officeart/2016/7/layout/HorizontalActionList"/>
    <dgm:cxn modelId="{5A5C6CF4-2C79-4B71-AB60-ACD94E461E53}" srcId="{FBDD545C-A9F2-4354-9703-BEF38265A8E4}" destId="{423283A1-BBDD-4FE3-8768-AE04DC607E79}" srcOrd="0" destOrd="0" parTransId="{10BD3B53-90F6-49EB-852F-7C7A23EA5F8E}" sibTransId="{3F01BEF3-98A5-4919-93FE-F40056FD3976}"/>
    <dgm:cxn modelId="{3CA919F6-B440-F74A-84C2-8AB5E115CDA3}" type="presOf" srcId="{652AAEEF-16BA-4334-A999-CE703F1DBB95}" destId="{1D0DEC83-6B88-6C46-BB89-E52314BBD6A5}" srcOrd="0" destOrd="0" presId="urn:microsoft.com/office/officeart/2016/7/layout/HorizontalActionList"/>
    <dgm:cxn modelId="{032D8500-DE05-8548-8B73-530346D1A21B}" type="presParOf" srcId="{DAE1FEAE-5772-7245-8165-CF36822433D1}" destId="{5DC30B23-FBED-DE46-B4DE-CA9CA4C8BE19}" srcOrd="0" destOrd="0" presId="urn:microsoft.com/office/officeart/2016/7/layout/HorizontalActionList"/>
    <dgm:cxn modelId="{346F3AD2-C35E-5247-B230-241ABC1CC48F}" type="presParOf" srcId="{5DC30B23-FBED-DE46-B4DE-CA9CA4C8BE19}" destId="{F03DF825-31D5-CA43-9BD2-F00729211D4D}" srcOrd="0" destOrd="0" presId="urn:microsoft.com/office/officeart/2016/7/layout/HorizontalActionList"/>
    <dgm:cxn modelId="{7AB8A3F9-BB65-1846-9399-51C225038490}" type="presParOf" srcId="{5DC30B23-FBED-DE46-B4DE-CA9CA4C8BE19}" destId="{49221F92-2415-EE41-9A60-FFB0D8ABD710}" srcOrd="1" destOrd="0" presId="urn:microsoft.com/office/officeart/2016/7/layout/HorizontalActionList"/>
    <dgm:cxn modelId="{2FB5F9D1-CE9F-AF4B-AE7D-E6F04D98D73A}" type="presParOf" srcId="{DAE1FEAE-5772-7245-8165-CF36822433D1}" destId="{47EAAD13-AD26-684C-B9D6-9595B7CD2871}" srcOrd="1" destOrd="0" presId="urn:microsoft.com/office/officeart/2016/7/layout/HorizontalActionList"/>
    <dgm:cxn modelId="{C1A3702B-750C-3743-9A16-340ADFFB9F4C}" type="presParOf" srcId="{DAE1FEAE-5772-7245-8165-CF36822433D1}" destId="{558F218C-F03B-7049-81BF-1976E6784D6D}" srcOrd="2" destOrd="0" presId="urn:microsoft.com/office/officeart/2016/7/layout/HorizontalActionList"/>
    <dgm:cxn modelId="{389EC590-868C-744B-B0D7-CE63FD0529EA}" type="presParOf" srcId="{558F218C-F03B-7049-81BF-1976E6784D6D}" destId="{1D0DEC83-6B88-6C46-BB89-E52314BBD6A5}" srcOrd="0" destOrd="0" presId="urn:microsoft.com/office/officeart/2016/7/layout/HorizontalActionList"/>
    <dgm:cxn modelId="{9F055518-2CBE-D648-8C52-F540BABD05FF}" type="presParOf" srcId="{558F218C-F03B-7049-81BF-1976E6784D6D}" destId="{2F2A63A8-C2AD-A443-AAF3-C637A0BC9753}" srcOrd="1" destOrd="0" presId="urn:microsoft.com/office/officeart/2016/7/layout/HorizontalActionList"/>
    <dgm:cxn modelId="{09E8B4A8-7A49-9A43-A4A7-A983CDC1DF36}" type="presParOf" srcId="{DAE1FEAE-5772-7245-8165-CF36822433D1}" destId="{FE1C3E8B-356A-A84D-8110-68515877BC50}" srcOrd="3" destOrd="0" presId="urn:microsoft.com/office/officeart/2016/7/layout/HorizontalActionList"/>
    <dgm:cxn modelId="{69FDF178-CD5A-6740-B491-D3156D510B4D}" type="presParOf" srcId="{DAE1FEAE-5772-7245-8165-CF36822433D1}" destId="{87EA0885-10D9-6844-A361-AD875AA6B23F}" srcOrd="4" destOrd="0" presId="urn:microsoft.com/office/officeart/2016/7/layout/HorizontalActionList"/>
    <dgm:cxn modelId="{F3C616B7-298F-754C-975A-5A166DDAF848}" type="presParOf" srcId="{87EA0885-10D9-6844-A361-AD875AA6B23F}" destId="{3F1B0024-3D3E-2947-8CB3-30DEE2949DE9}" srcOrd="0" destOrd="0" presId="urn:microsoft.com/office/officeart/2016/7/layout/HorizontalActionList"/>
    <dgm:cxn modelId="{97EB4343-DF41-474A-AD58-9789B04B7001}" type="presParOf" srcId="{87EA0885-10D9-6844-A361-AD875AA6B23F}" destId="{67B57665-2679-D74C-B75D-B40E8EBFA2AA}" srcOrd="1" destOrd="0" presId="urn:microsoft.com/office/officeart/2016/7/layout/HorizontalAc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1FB7C33-11F4-4582-B191-2B77C561E7F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CE2661F-7016-4E8D-97CE-F88481863C55}">
      <dgm:prSet/>
      <dgm:spPr/>
      <dgm:t>
        <a:bodyPr/>
        <a:lstStyle/>
        <a:p>
          <a:pPr>
            <a:lnSpc>
              <a:spcPct val="100000"/>
            </a:lnSpc>
          </a:pPr>
          <a:r>
            <a:rPr lang="en-US"/>
            <a:t>What is Component Lifecycle?</a:t>
          </a:r>
        </a:p>
      </dgm:t>
    </dgm:pt>
    <dgm:pt modelId="{D796F178-1616-4506-8C9A-1BF2D95E567D}" type="parTrans" cxnId="{B3E2BD5D-241E-4417-BCA0-8C0C448733E9}">
      <dgm:prSet/>
      <dgm:spPr/>
      <dgm:t>
        <a:bodyPr/>
        <a:lstStyle/>
        <a:p>
          <a:endParaRPr lang="en-US"/>
        </a:p>
      </dgm:t>
    </dgm:pt>
    <dgm:pt modelId="{00B002A8-5E87-42B4-BAB4-94F4C7567083}" type="sibTrans" cxnId="{B3E2BD5D-241E-4417-BCA0-8C0C448733E9}">
      <dgm:prSet/>
      <dgm:spPr/>
      <dgm:t>
        <a:bodyPr/>
        <a:lstStyle/>
        <a:p>
          <a:endParaRPr lang="en-US"/>
        </a:p>
      </dgm:t>
    </dgm:pt>
    <dgm:pt modelId="{14B7A120-057D-49B1-B819-E523D49D829E}">
      <dgm:prSet/>
      <dgm:spPr/>
      <dgm:t>
        <a:bodyPr/>
        <a:lstStyle/>
        <a:p>
          <a:pPr>
            <a:lnSpc>
              <a:spcPct val="100000"/>
            </a:lnSpc>
          </a:pPr>
          <a:r>
            <a:rPr lang="en-US"/>
            <a:t>Importance in React Development</a:t>
          </a:r>
        </a:p>
      </dgm:t>
    </dgm:pt>
    <dgm:pt modelId="{14610253-63A3-496F-B487-F4B39C59F24F}" type="parTrans" cxnId="{8503FBA2-FEE2-40E7-9F2C-0010A855A8EA}">
      <dgm:prSet/>
      <dgm:spPr/>
      <dgm:t>
        <a:bodyPr/>
        <a:lstStyle/>
        <a:p>
          <a:endParaRPr lang="en-US"/>
        </a:p>
      </dgm:t>
    </dgm:pt>
    <dgm:pt modelId="{49BB7496-000A-4FD6-9090-86A85DB90FEC}" type="sibTrans" cxnId="{8503FBA2-FEE2-40E7-9F2C-0010A855A8EA}">
      <dgm:prSet/>
      <dgm:spPr/>
      <dgm:t>
        <a:bodyPr/>
        <a:lstStyle/>
        <a:p>
          <a:endParaRPr lang="en-US"/>
        </a:p>
      </dgm:t>
    </dgm:pt>
    <dgm:pt modelId="{49E898EA-E76F-4986-9C8D-1A71C872D2BB}" type="pres">
      <dgm:prSet presAssocID="{11FB7C33-11F4-4582-B191-2B77C561E7FE}" presName="root" presStyleCnt="0">
        <dgm:presLayoutVars>
          <dgm:dir/>
          <dgm:resizeHandles val="exact"/>
        </dgm:presLayoutVars>
      </dgm:prSet>
      <dgm:spPr/>
    </dgm:pt>
    <dgm:pt modelId="{802B64F2-7834-4E10-AEF4-B57CCA2576E4}" type="pres">
      <dgm:prSet presAssocID="{ACE2661F-7016-4E8D-97CE-F88481863C55}" presName="compNode" presStyleCnt="0"/>
      <dgm:spPr/>
    </dgm:pt>
    <dgm:pt modelId="{7FAF69CE-FFC7-4A40-856B-CF3BC3C37A1D}" type="pres">
      <dgm:prSet presAssocID="{ACE2661F-7016-4E8D-97CE-F88481863C55}" presName="bgRect" presStyleLbl="bgShp" presStyleIdx="0" presStyleCnt="2"/>
      <dgm:spPr/>
    </dgm:pt>
    <dgm:pt modelId="{E068334E-F00C-4B59-B475-07E25DE71FAF}" type="pres">
      <dgm:prSet presAssocID="{ACE2661F-7016-4E8D-97CE-F88481863C5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F803A1A6-B628-4A4D-B6C4-49C99D8A3894}" type="pres">
      <dgm:prSet presAssocID="{ACE2661F-7016-4E8D-97CE-F88481863C55}" presName="spaceRect" presStyleCnt="0"/>
      <dgm:spPr/>
    </dgm:pt>
    <dgm:pt modelId="{E3DDDD4E-7A11-4CFD-B2E6-D103BF414939}" type="pres">
      <dgm:prSet presAssocID="{ACE2661F-7016-4E8D-97CE-F88481863C55}" presName="parTx" presStyleLbl="revTx" presStyleIdx="0" presStyleCnt="2">
        <dgm:presLayoutVars>
          <dgm:chMax val="0"/>
          <dgm:chPref val="0"/>
        </dgm:presLayoutVars>
      </dgm:prSet>
      <dgm:spPr/>
    </dgm:pt>
    <dgm:pt modelId="{25200A26-05B0-4147-935E-435FCA5D7A35}" type="pres">
      <dgm:prSet presAssocID="{00B002A8-5E87-42B4-BAB4-94F4C7567083}" presName="sibTrans" presStyleCnt="0"/>
      <dgm:spPr/>
    </dgm:pt>
    <dgm:pt modelId="{A68FEDA9-BFBA-4B52-B15D-EBEBBAAAC018}" type="pres">
      <dgm:prSet presAssocID="{14B7A120-057D-49B1-B819-E523D49D829E}" presName="compNode" presStyleCnt="0"/>
      <dgm:spPr/>
    </dgm:pt>
    <dgm:pt modelId="{1B115C54-5710-4A46-A184-C9A4B13C7433}" type="pres">
      <dgm:prSet presAssocID="{14B7A120-057D-49B1-B819-E523D49D829E}" presName="bgRect" presStyleLbl="bgShp" presStyleIdx="1" presStyleCnt="2"/>
      <dgm:spPr/>
    </dgm:pt>
    <dgm:pt modelId="{DC14BCCE-95C0-4DC4-B53A-8E6FF5990BEF}" type="pres">
      <dgm:prSet presAssocID="{14B7A120-057D-49B1-B819-E523D49D829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E149719B-18EA-45B6-A494-07079AC87304}" type="pres">
      <dgm:prSet presAssocID="{14B7A120-057D-49B1-B819-E523D49D829E}" presName="spaceRect" presStyleCnt="0"/>
      <dgm:spPr/>
    </dgm:pt>
    <dgm:pt modelId="{AB24A980-9CDE-43F0-B48B-A64B1642A3EA}" type="pres">
      <dgm:prSet presAssocID="{14B7A120-057D-49B1-B819-E523D49D829E}" presName="parTx" presStyleLbl="revTx" presStyleIdx="1" presStyleCnt="2">
        <dgm:presLayoutVars>
          <dgm:chMax val="0"/>
          <dgm:chPref val="0"/>
        </dgm:presLayoutVars>
      </dgm:prSet>
      <dgm:spPr/>
    </dgm:pt>
  </dgm:ptLst>
  <dgm:cxnLst>
    <dgm:cxn modelId="{71126F3F-C9EB-421B-8C60-1CA6920785A6}" type="presOf" srcId="{14B7A120-057D-49B1-B819-E523D49D829E}" destId="{AB24A980-9CDE-43F0-B48B-A64B1642A3EA}" srcOrd="0" destOrd="0" presId="urn:microsoft.com/office/officeart/2018/2/layout/IconVerticalSolidList"/>
    <dgm:cxn modelId="{B3E2BD5D-241E-4417-BCA0-8C0C448733E9}" srcId="{11FB7C33-11F4-4582-B191-2B77C561E7FE}" destId="{ACE2661F-7016-4E8D-97CE-F88481863C55}" srcOrd="0" destOrd="0" parTransId="{D796F178-1616-4506-8C9A-1BF2D95E567D}" sibTransId="{00B002A8-5E87-42B4-BAB4-94F4C7567083}"/>
    <dgm:cxn modelId="{53A46D78-1F96-4942-BFEF-A56446DBD751}" type="presOf" srcId="{ACE2661F-7016-4E8D-97CE-F88481863C55}" destId="{E3DDDD4E-7A11-4CFD-B2E6-D103BF414939}" srcOrd="0" destOrd="0" presId="urn:microsoft.com/office/officeart/2018/2/layout/IconVerticalSolidList"/>
    <dgm:cxn modelId="{8503FBA2-FEE2-40E7-9F2C-0010A855A8EA}" srcId="{11FB7C33-11F4-4582-B191-2B77C561E7FE}" destId="{14B7A120-057D-49B1-B819-E523D49D829E}" srcOrd="1" destOrd="0" parTransId="{14610253-63A3-496F-B487-F4B39C59F24F}" sibTransId="{49BB7496-000A-4FD6-9090-86A85DB90FEC}"/>
    <dgm:cxn modelId="{21C3E1C1-CB8F-4FBB-B5DB-D525D5655B21}" type="presOf" srcId="{11FB7C33-11F4-4582-B191-2B77C561E7FE}" destId="{49E898EA-E76F-4986-9C8D-1A71C872D2BB}" srcOrd="0" destOrd="0" presId="urn:microsoft.com/office/officeart/2018/2/layout/IconVerticalSolidList"/>
    <dgm:cxn modelId="{7AFA3759-F995-4235-ACA8-60CC4C3A7E06}" type="presParOf" srcId="{49E898EA-E76F-4986-9C8D-1A71C872D2BB}" destId="{802B64F2-7834-4E10-AEF4-B57CCA2576E4}" srcOrd="0" destOrd="0" presId="urn:microsoft.com/office/officeart/2018/2/layout/IconVerticalSolidList"/>
    <dgm:cxn modelId="{B0A6D856-3B5A-457A-A033-3159619A7994}" type="presParOf" srcId="{802B64F2-7834-4E10-AEF4-B57CCA2576E4}" destId="{7FAF69CE-FFC7-4A40-856B-CF3BC3C37A1D}" srcOrd="0" destOrd="0" presId="urn:microsoft.com/office/officeart/2018/2/layout/IconVerticalSolidList"/>
    <dgm:cxn modelId="{1B14646E-BD0B-4E0A-9904-A83EAAAA0764}" type="presParOf" srcId="{802B64F2-7834-4E10-AEF4-B57CCA2576E4}" destId="{E068334E-F00C-4B59-B475-07E25DE71FAF}" srcOrd="1" destOrd="0" presId="urn:microsoft.com/office/officeart/2018/2/layout/IconVerticalSolidList"/>
    <dgm:cxn modelId="{1BF0C670-C308-49C5-9EEE-97BFEE968B81}" type="presParOf" srcId="{802B64F2-7834-4E10-AEF4-B57CCA2576E4}" destId="{F803A1A6-B628-4A4D-B6C4-49C99D8A3894}" srcOrd="2" destOrd="0" presId="urn:microsoft.com/office/officeart/2018/2/layout/IconVerticalSolidList"/>
    <dgm:cxn modelId="{69F26D80-C390-4039-978E-5009BF69F7D6}" type="presParOf" srcId="{802B64F2-7834-4E10-AEF4-B57CCA2576E4}" destId="{E3DDDD4E-7A11-4CFD-B2E6-D103BF414939}" srcOrd="3" destOrd="0" presId="urn:microsoft.com/office/officeart/2018/2/layout/IconVerticalSolidList"/>
    <dgm:cxn modelId="{EB4B9380-AFEF-43BF-AD93-EC934099CDBE}" type="presParOf" srcId="{49E898EA-E76F-4986-9C8D-1A71C872D2BB}" destId="{25200A26-05B0-4147-935E-435FCA5D7A35}" srcOrd="1" destOrd="0" presId="urn:microsoft.com/office/officeart/2018/2/layout/IconVerticalSolidList"/>
    <dgm:cxn modelId="{27C75051-408D-4261-97FC-293341CE6A95}" type="presParOf" srcId="{49E898EA-E76F-4986-9C8D-1A71C872D2BB}" destId="{A68FEDA9-BFBA-4B52-B15D-EBEBBAAAC018}" srcOrd="2" destOrd="0" presId="urn:microsoft.com/office/officeart/2018/2/layout/IconVerticalSolidList"/>
    <dgm:cxn modelId="{8827E687-CCF9-4C3D-B5FB-ACDF82270CBC}" type="presParOf" srcId="{A68FEDA9-BFBA-4B52-B15D-EBEBBAAAC018}" destId="{1B115C54-5710-4A46-A184-C9A4B13C7433}" srcOrd="0" destOrd="0" presId="urn:microsoft.com/office/officeart/2018/2/layout/IconVerticalSolidList"/>
    <dgm:cxn modelId="{8D3B9823-A8C6-4386-A166-62A22AE7BFB8}" type="presParOf" srcId="{A68FEDA9-BFBA-4B52-B15D-EBEBBAAAC018}" destId="{DC14BCCE-95C0-4DC4-B53A-8E6FF5990BEF}" srcOrd="1" destOrd="0" presId="urn:microsoft.com/office/officeart/2018/2/layout/IconVerticalSolidList"/>
    <dgm:cxn modelId="{9551AA5B-CAD4-4A66-B0BD-1F9B23C86DF7}" type="presParOf" srcId="{A68FEDA9-BFBA-4B52-B15D-EBEBBAAAC018}" destId="{E149719B-18EA-45B6-A494-07079AC87304}" srcOrd="2" destOrd="0" presId="urn:microsoft.com/office/officeart/2018/2/layout/IconVerticalSolidList"/>
    <dgm:cxn modelId="{4F0D5423-17DF-4C7F-932D-44B07C54A05A}" type="presParOf" srcId="{A68FEDA9-BFBA-4B52-B15D-EBEBBAAAC018}" destId="{AB24A980-9CDE-43F0-B48B-A64B1642A3E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7109CB7-9556-4DB9-9616-B9A5E11319C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73EFFE0-C81E-4D8C-B80E-50146DD3E78C}">
      <dgm:prSet/>
      <dgm:spPr/>
      <dgm:t>
        <a:bodyPr/>
        <a:lstStyle/>
        <a:p>
          <a:r>
            <a:rPr lang="en-US"/>
            <a:t>constructor()</a:t>
          </a:r>
        </a:p>
      </dgm:t>
    </dgm:pt>
    <dgm:pt modelId="{9CD3508D-C29A-4334-B771-DEEDE3DA7D26}" type="parTrans" cxnId="{21537420-24E4-4200-9FCF-3948C8263BDB}">
      <dgm:prSet/>
      <dgm:spPr/>
      <dgm:t>
        <a:bodyPr/>
        <a:lstStyle/>
        <a:p>
          <a:endParaRPr lang="en-US"/>
        </a:p>
      </dgm:t>
    </dgm:pt>
    <dgm:pt modelId="{537294D5-9F02-4789-B4FB-6070B48021F1}" type="sibTrans" cxnId="{21537420-24E4-4200-9FCF-3948C8263BDB}">
      <dgm:prSet/>
      <dgm:spPr/>
      <dgm:t>
        <a:bodyPr/>
        <a:lstStyle/>
        <a:p>
          <a:endParaRPr lang="en-US"/>
        </a:p>
      </dgm:t>
    </dgm:pt>
    <dgm:pt modelId="{043634A0-D972-4A44-9E46-C89807A83E62}">
      <dgm:prSet/>
      <dgm:spPr/>
      <dgm:t>
        <a:bodyPr/>
        <a:lstStyle/>
        <a:p>
          <a:r>
            <a:rPr lang="en-US"/>
            <a:t>static getDerivedStateFromProps()</a:t>
          </a:r>
        </a:p>
      </dgm:t>
    </dgm:pt>
    <dgm:pt modelId="{1B92DF52-5B5F-4D6D-BAF4-E5123446E71C}" type="parTrans" cxnId="{A30FFECA-12EA-4904-82CD-7AABCC67F1D3}">
      <dgm:prSet/>
      <dgm:spPr/>
      <dgm:t>
        <a:bodyPr/>
        <a:lstStyle/>
        <a:p>
          <a:endParaRPr lang="en-US"/>
        </a:p>
      </dgm:t>
    </dgm:pt>
    <dgm:pt modelId="{3BE8AA56-AB5C-4C40-88D5-E4C9AEA56408}" type="sibTrans" cxnId="{A30FFECA-12EA-4904-82CD-7AABCC67F1D3}">
      <dgm:prSet/>
      <dgm:spPr/>
      <dgm:t>
        <a:bodyPr/>
        <a:lstStyle/>
        <a:p>
          <a:endParaRPr lang="en-US"/>
        </a:p>
      </dgm:t>
    </dgm:pt>
    <dgm:pt modelId="{CC5F9290-6F38-4372-A2C9-697C64D8023E}">
      <dgm:prSet/>
      <dgm:spPr/>
      <dgm:t>
        <a:bodyPr/>
        <a:lstStyle/>
        <a:p>
          <a:r>
            <a:rPr lang="en-US"/>
            <a:t>render()</a:t>
          </a:r>
        </a:p>
      </dgm:t>
    </dgm:pt>
    <dgm:pt modelId="{6FDC8C4F-D075-4D6E-A9CC-0B345C39B1ED}" type="parTrans" cxnId="{7B93B988-7038-4465-9E4F-57631D58CEAD}">
      <dgm:prSet/>
      <dgm:spPr/>
      <dgm:t>
        <a:bodyPr/>
        <a:lstStyle/>
        <a:p>
          <a:endParaRPr lang="en-US"/>
        </a:p>
      </dgm:t>
    </dgm:pt>
    <dgm:pt modelId="{1D230A0D-E340-47A7-8F0C-9C4AD7FBDB3C}" type="sibTrans" cxnId="{7B93B988-7038-4465-9E4F-57631D58CEAD}">
      <dgm:prSet/>
      <dgm:spPr/>
      <dgm:t>
        <a:bodyPr/>
        <a:lstStyle/>
        <a:p>
          <a:endParaRPr lang="en-US"/>
        </a:p>
      </dgm:t>
    </dgm:pt>
    <dgm:pt modelId="{5F97DC17-8CF0-4346-B320-A7F32720229D}">
      <dgm:prSet/>
      <dgm:spPr/>
      <dgm:t>
        <a:bodyPr/>
        <a:lstStyle/>
        <a:p>
          <a:r>
            <a:rPr lang="en-US"/>
            <a:t>componentDidMount()</a:t>
          </a:r>
        </a:p>
      </dgm:t>
    </dgm:pt>
    <dgm:pt modelId="{BDF0BCA5-C9B2-4D7E-B89E-430CFCCBE78E}" type="parTrans" cxnId="{0BCD759B-A5AC-440B-9192-B468BBB1D3AC}">
      <dgm:prSet/>
      <dgm:spPr/>
      <dgm:t>
        <a:bodyPr/>
        <a:lstStyle/>
        <a:p>
          <a:endParaRPr lang="en-US"/>
        </a:p>
      </dgm:t>
    </dgm:pt>
    <dgm:pt modelId="{93FDA20B-86F4-47B8-B0D7-A899AE1DC9E6}" type="sibTrans" cxnId="{0BCD759B-A5AC-440B-9192-B468BBB1D3AC}">
      <dgm:prSet/>
      <dgm:spPr/>
      <dgm:t>
        <a:bodyPr/>
        <a:lstStyle/>
        <a:p>
          <a:endParaRPr lang="en-US"/>
        </a:p>
      </dgm:t>
    </dgm:pt>
    <dgm:pt modelId="{FE657458-0240-F44F-805D-33D01D90F05D}" type="pres">
      <dgm:prSet presAssocID="{87109CB7-9556-4DB9-9616-B9A5E11319C3}" presName="linear" presStyleCnt="0">
        <dgm:presLayoutVars>
          <dgm:animLvl val="lvl"/>
          <dgm:resizeHandles val="exact"/>
        </dgm:presLayoutVars>
      </dgm:prSet>
      <dgm:spPr/>
    </dgm:pt>
    <dgm:pt modelId="{7C531E6F-4BD4-7748-B3B2-01A8327A5FC0}" type="pres">
      <dgm:prSet presAssocID="{F73EFFE0-C81E-4D8C-B80E-50146DD3E78C}" presName="parentText" presStyleLbl="node1" presStyleIdx="0" presStyleCnt="4">
        <dgm:presLayoutVars>
          <dgm:chMax val="0"/>
          <dgm:bulletEnabled val="1"/>
        </dgm:presLayoutVars>
      </dgm:prSet>
      <dgm:spPr/>
    </dgm:pt>
    <dgm:pt modelId="{7697E29C-9815-DF47-9414-BA7C3290B6BE}" type="pres">
      <dgm:prSet presAssocID="{537294D5-9F02-4789-B4FB-6070B48021F1}" presName="spacer" presStyleCnt="0"/>
      <dgm:spPr/>
    </dgm:pt>
    <dgm:pt modelId="{4A2767D4-5082-204D-84FC-80158AE0D3C4}" type="pres">
      <dgm:prSet presAssocID="{043634A0-D972-4A44-9E46-C89807A83E62}" presName="parentText" presStyleLbl="node1" presStyleIdx="1" presStyleCnt="4">
        <dgm:presLayoutVars>
          <dgm:chMax val="0"/>
          <dgm:bulletEnabled val="1"/>
        </dgm:presLayoutVars>
      </dgm:prSet>
      <dgm:spPr/>
    </dgm:pt>
    <dgm:pt modelId="{D473E130-9027-A644-B385-24E10F313998}" type="pres">
      <dgm:prSet presAssocID="{3BE8AA56-AB5C-4C40-88D5-E4C9AEA56408}" presName="spacer" presStyleCnt="0"/>
      <dgm:spPr/>
    </dgm:pt>
    <dgm:pt modelId="{8587A2A5-E6D5-C642-BFBB-BEDADC15E92A}" type="pres">
      <dgm:prSet presAssocID="{CC5F9290-6F38-4372-A2C9-697C64D8023E}" presName="parentText" presStyleLbl="node1" presStyleIdx="2" presStyleCnt="4">
        <dgm:presLayoutVars>
          <dgm:chMax val="0"/>
          <dgm:bulletEnabled val="1"/>
        </dgm:presLayoutVars>
      </dgm:prSet>
      <dgm:spPr/>
    </dgm:pt>
    <dgm:pt modelId="{BBCFCF2A-91F9-0A4C-A8CC-5977048A9982}" type="pres">
      <dgm:prSet presAssocID="{1D230A0D-E340-47A7-8F0C-9C4AD7FBDB3C}" presName="spacer" presStyleCnt="0"/>
      <dgm:spPr/>
    </dgm:pt>
    <dgm:pt modelId="{D56E6C69-5C79-0548-BBCB-E92B73F89E38}" type="pres">
      <dgm:prSet presAssocID="{5F97DC17-8CF0-4346-B320-A7F32720229D}" presName="parentText" presStyleLbl="node1" presStyleIdx="3" presStyleCnt="4">
        <dgm:presLayoutVars>
          <dgm:chMax val="0"/>
          <dgm:bulletEnabled val="1"/>
        </dgm:presLayoutVars>
      </dgm:prSet>
      <dgm:spPr/>
    </dgm:pt>
  </dgm:ptLst>
  <dgm:cxnLst>
    <dgm:cxn modelId="{21537420-24E4-4200-9FCF-3948C8263BDB}" srcId="{87109CB7-9556-4DB9-9616-B9A5E11319C3}" destId="{F73EFFE0-C81E-4D8C-B80E-50146DD3E78C}" srcOrd="0" destOrd="0" parTransId="{9CD3508D-C29A-4334-B771-DEEDE3DA7D26}" sibTransId="{537294D5-9F02-4789-B4FB-6070B48021F1}"/>
    <dgm:cxn modelId="{C7DB4E83-A391-2145-A299-4960E0B5406E}" type="presOf" srcId="{87109CB7-9556-4DB9-9616-B9A5E11319C3}" destId="{FE657458-0240-F44F-805D-33D01D90F05D}" srcOrd="0" destOrd="0" presId="urn:microsoft.com/office/officeart/2005/8/layout/vList2"/>
    <dgm:cxn modelId="{7B93B988-7038-4465-9E4F-57631D58CEAD}" srcId="{87109CB7-9556-4DB9-9616-B9A5E11319C3}" destId="{CC5F9290-6F38-4372-A2C9-697C64D8023E}" srcOrd="2" destOrd="0" parTransId="{6FDC8C4F-D075-4D6E-A9CC-0B345C39B1ED}" sibTransId="{1D230A0D-E340-47A7-8F0C-9C4AD7FBDB3C}"/>
    <dgm:cxn modelId="{F13CB294-867D-604D-AC7A-63ACD110AF1A}" type="presOf" srcId="{F73EFFE0-C81E-4D8C-B80E-50146DD3E78C}" destId="{7C531E6F-4BD4-7748-B3B2-01A8327A5FC0}" srcOrd="0" destOrd="0" presId="urn:microsoft.com/office/officeart/2005/8/layout/vList2"/>
    <dgm:cxn modelId="{0BCD759B-A5AC-440B-9192-B468BBB1D3AC}" srcId="{87109CB7-9556-4DB9-9616-B9A5E11319C3}" destId="{5F97DC17-8CF0-4346-B320-A7F32720229D}" srcOrd="3" destOrd="0" parTransId="{BDF0BCA5-C9B2-4D7E-B89E-430CFCCBE78E}" sibTransId="{93FDA20B-86F4-47B8-B0D7-A899AE1DC9E6}"/>
    <dgm:cxn modelId="{4B588EAE-1546-684C-A184-3E0AA82EC1EC}" type="presOf" srcId="{CC5F9290-6F38-4372-A2C9-697C64D8023E}" destId="{8587A2A5-E6D5-C642-BFBB-BEDADC15E92A}" srcOrd="0" destOrd="0" presId="urn:microsoft.com/office/officeart/2005/8/layout/vList2"/>
    <dgm:cxn modelId="{425D11C3-786A-C444-B0DA-3E82A9A174B7}" type="presOf" srcId="{5F97DC17-8CF0-4346-B320-A7F32720229D}" destId="{D56E6C69-5C79-0548-BBCB-E92B73F89E38}" srcOrd="0" destOrd="0" presId="urn:microsoft.com/office/officeart/2005/8/layout/vList2"/>
    <dgm:cxn modelId="{A30FFECA-12EA-4904-82CD-7AABCC67F1D3}" srcId="{87109CB7-9556-4DB9-9616-B9A5E11319C3}" destId="{043634A0-D972-4A44-9E46-C89807A83E62}" srcOrd="1" destOrd="0" parTransId="{1B92DF52-5B5F-4D6D-BAF4-E5123446E71C}" sibTransId="{3BE8AA56-AB5C-4C40-88D5-E4C9AEA56408}"/>
    <dgm:cxn modelId="{159428E8-3C87-FE40-9A92-7C9429F2A9B1}" type="presOf" srcId="{043634A0-D972-4A44-9E46-C89807A83E62}" destId="{4A2767D4-5082-204D-84FC-80158AE0D3C4}" srcOrd="0" destOrd="0" presId="urn:microsoft.com/office/officeart/2005/8/layout/vList2"/>
    <dgm:cxn modelId="{897ADD3E-7DE1-BB45-9AA8-432A95588DA1}" type="presParOf" srcId="{FE657458-0240-F44F-805D-33D01D90F05D}" destId="{7C531E6F-4BD4-7748-B3B2-01A8327A5FC0}" srcOrd="0" destOrd="0" presId="urn:microsoft.com/office/officeart/2005/8/layout/vList2"/>
    <dgm:cxn modelId="{C50B270F-8D9F-E840-BD7F-42E7D7B2C24B}" type="presParOf" srcId="{FE657458-0240-F44F-805D-33D01D90F05D}" destId="{7697E29C-9815-DF47-9414-BA7C3290B6BE}" srcOrd="1" destOrd="0" presId="urn:microsoft.com/office/officeart/2005/8/layout/vList2"/>
    <dgm:cxn modelId="{3849A553-8C64-9745-B811-4F5AA981542C}" type="presParOf" srcId="{FE657458-0240-F44F-805D-33D01D90F05D}" destId="{4A2767D4-5082-204D-84FC-80158AE0D3C4}" srcOrd="2" destOrd="0" presId="urn:microsoft.com/office/officeart/2005/8/layout/vList2"/>
    <dgm:cxn modelId="{FD7DB0E7-B7F0-544B-83DE-F2D2CFCD6FB5}" type="presParOf" srcId="{FE657458-0240-F44F-805D-33D01D90F05D}" destId="{D473E130-9027-A644-B385-24E10F313998}" srcOrd="3" destOrd="0" presId="urn:microsoft.com/office/officeart/2005/8/layout/vList2"/>
    <dgm:cxn modelId="{5C2FA462-55A8-2344-8087-DC0B548A165E}" type="presParOf" srcId="{FE657458-0240-F44F-805D-33D01D90F05D}" destId="{8587A2A5-E6D5-C642-BFBB-BEDADC15E92A}" srcOrd="4" destOrd="0" presId="urn:microsoft.com/office/officeart/2005/8/layout/vList2"/>
    <dgm:cxn modelId="{B0AFD47E-7A61-BC43-BF6B-AD682BD0E251}" type="presParOf" srcId="{FE657458-0240-F44F-805D-33D01D90F05D}" destId="{BBCFCF2A-91F9-0A4C-A8CC-5977048A9982}" srcOrd="5" destOrd="0" presId="urn:microsoft.com/office/officeart/2005/8/layout/vList2"/>
    <dgm:cxn modelId="{43B77C93-1AF1-B64C-A69D-C7F443964618}" type="presParOf" srcId="{FE657458-0240-F44F-805D-33D01D90F05D}" destId="{D56E6C69-5C79-0548-BBCB-E92B73F89E38}"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CDA4241-F755-4B50-91E7-996396029ED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D823783-E2BA-4E80-807C-8A551824AEC8}">
      <dgm:prSet/>
      <dgm:spPr/>
      <dgm:t>
        <a:bodyPr/>
        <a:lstStyle/>
        <a:p>
          <a:r>
            <a:rPr lang="en-US"/>
            <a:t>static getDerivedStateFromProps()</a:t>
          </a:r>
        </a:p>
      </dgm:t>
    </dgm:pt>
    <dgm:pt modelId="{DDECB59C-159D-445A-B222-ADC1B99BA53F}" type="parTrans" cxnId="{925380C5-5E79-4C3F-A7BA-6CEFEA4120E5}">
      <dgm:prSet/>
      <dgm:spPr/>
      <dgm:t>
        <a:bodyPr/>
        <a:lstStyle/>
        <a:p>
          <a:endParaRPr lang="en-US"/>
        </a:p>
      </dgm:t>
    </dgm:pt>
    <dgm:pt modelId="{A955D1B4-E172-4C9B-93FC-4FFA54E10B57}" type="sibTrans" cxnId="{925380C5-5E79-4C3F-A7BA-6CEFEA4120E5}">
      <dgm:prSet/>
      <dgm:spPr/>
      <dgm:t>
        <a:bodyPr/>
        <a:lstStyle/>
        <a:p>
          <a:endParaRPr lang="en-US"/>
        </a:p>
      </dgm:t>
    </dgm:pt>
    <dgm:pt modelId="{A85572A3-E382-4777-9702-B3F5DE99B55C}">
      <dgm:prSet/>
      <dgm:spPr/>
      <dgm:t>
        <a:bodyPr/>
        <a:lstStyle/>
        <a:p>
          <a:r>
            <a:rPr lang="en-US"/>
            <a:t>shouldComponentUpdate()</a:t>
          </a:r>
        </a:p>
      </dgm:t>
    </dgm:pt>
    <dgm:pt modelId="{9615C5B7-D72C-465D-9DB8-83EF3ABE335D}" type="parTrans" cxnId="{11F03FEB-AF02-4596-86A2-D0EB14428A5E}">
      <dgm:prSet/>
      <dgm:spPr/>
      <dgm:t>
        <a:bodyPr/>
        <a:lstStyle/>
        <a:p>
          <a:endParaRPr lang="en-US"/>
        </a:p>
      </dgm:t>
    </dgm:pt>
    <dgm:pt modelId="{BD54C2FD-1103-4107-9192-1F224E37FD1D}" type="sibTrans" cxnId="{11F03FEB-AF02-4596-86A2-D0EB14428A5E}">
      <dgm:prSet/>
      <dgm:spPr/>
      <dgm:t>
        <a:bodyPr/>
        <a:lstStyle/>
        <a:p>
          <a:endParaRPr lang="en-US"/>
        </a:p>
      </dgm:t>
    </dgm:pt>
    <dgm:pt modelId="{432A6EE3-2D7D-4460-8D83-C0C8944F57C4}">
      <dgm:prSet/>
      <dgm:spPr/>
      <dgm:t>
        <a:bodyPr/>
        <a:lstStyle/>
        <a:p>
          <a:r>
            <a:rPr lang="en-US"/>
            <a:t>render()</a:t>
          </a:r>
        </a:p>
      </dgm:t>
    </dgm:pt>
    <dgm:pt modelId="{DBEA092B-0E50-4C17-9591-D140E7C8AC74}" type="parTrans" cxnId="{DE6CFC44-75F3-4215-AEA5-1E485DEC984C}">
      <dgm:prSet/>
      <dgm:spPr/>
      <dgm:t>
        <a:bodyPr/>
        <a:lstStyle/>
        <a:p>
          <a:endParaRPr lang="en-US"/>
        </a:p>
      </dgm:t>
    </dgm:pt>
    <dgm:pt modelId="{DDFF44C6-4125-4520-B2A4-745B0447BC1A}" type="sibTrans" cxnId="{DE6CFC44-75F3-4215-AEA5-1E485DEC984C}">
      <dgm:prSet/>
      <dgm:spPr/>
      <dgm:t>
        <a:bodyPr/>
        <a:lstStyle/>
        <a:p>
          <a:endParaRPr lang="en-US"/>
        </a:p>
      </dgm:t>
    </dgm:pt>
    <dgm:pt modelId="{92829E89-E791-429B-8A5C-2269360D66A2}">
      <dgm:prSet/>
      <dgm:spPr/>
      <dgm:t>
        <a:bodyPr/>
        <a:lstStyle/>
        <a:p>
          <a:r>
            <a:rPr lang="en-US"/>
            <a:t>getSnapshotBeforeUpdate()</a:t>
          </a:r>
        </a:p>
      </dgm:t>
    </dgm:pt>
    <dgm:pt modelId="{3240B3E6-12F8-4291-BFC3-DC5BD96ABE7B}" type="parTrans" cxnId="{4665F2E0-00B6-46D0-A0B0-F66663DA449D}">
      <dgm:prSet/>
      <dgm:spPr/>
      <dgm:t>
        <a:bodyPr/>
        <a:lstStyle/>
        <a:p>
          <a:endParaRPr lang="en-US"/>
        </a:p>
      </dgm:t>
    </dgm:pt>
    <dgm:pt modelId="{0E4D7EBC-AAAE-4BE8-AE36-FA5B1F6B21D4}" type="sibTrans" cxnId="{4665F2E0-00B6-46D0-A0B0-F66663DA449D}">
      <dgm:prSet/>
      <dgm:spPr/>
      <dgm:t>
        <a:bodyPr/>
        <a:lstStyle/>
        <a:p>
          <a:endParaRPr lang="en-US"/>
        </a:p>
      </dgm:t>
    </dgm:pt>
    <dgm:pt modelId="{3FDD316B-DE94-488B-99D1-B989E0878963}">
      <dgm:prSet/>
      <dgm:spPr/>
      <dgm:t>
        <a:bodyPr/>
        <a:lstStyle/>
        <a:p>
          <a:r>
            <a:rPr lang="en-US"/>
            <a:t>componentDidUpdate()</a:t>
          </a:r>
        </a:p>
      </dgm:t>
    </dgm:pt>
    <dgm:pt modelId="{B9F6CFA4-DFA9-44B1-ADC0-0E703AE77E12}" type="parTrans" cxnId="{25C7978A-D49E-4F0A-804B-C4ACC94F5FC3}">
      <dgm:prSet/>
      <dgm:spPr/>
      <dgm:t>
        <a:bodyPr/>
        <a:lstStyle/>
        <a:p>
          <a:endParaRPr lang="en-US"/>
        </a:p>
      </dgm:t>
    </dgm:pt>
    <dgm:pt modelId="{B9269A9C-8585-46FD-89EB-A293E2FDE82A}" type="sibTrans" cxnId="{25C7978A-D49E-4F0A-804B-C4ACC94F5FC3}">
      <dgm:prSet/>
      <dgm:spPr/>
      <dgm:t>
        <a:bodyPr/>
        <a:lstStyle/>
        <a:p>
          <a:endParaRPr lang="en-US"/>
        </a:p>
      </dgm:t>
    </dgm:pt>
    <dgm:pt modelId="{D75C0F70-98FE-4E4C-8131-892B530A7B85}" type="pres">
      <dgm:prSet presAssocID="{FCDA4241-F755-4B50-91E7-996396029ED0}" presName="linear" presStyleCnt="0">
        <dgm:presLayoutVars>
          <dgm:animLvl val="lvl"/>
          <dgm:resizeHandles val="exact"/>
        </dgm:presLayoutVars>
      </dgm:prSet>
      <dgm:spPr/>
    </dgm:pt>
    <dgm:pt modelId="{7D418906-3EB8-A846-ABC5-66F9C6B0846E}" type="pres">
      <dgm:prSet presAssocID="{BD823783-E2BA-4E80-807C-8A551824AEC8}" presName="parentText" presStyleLbl="node1" presStyleIdx="0" presStyleCnt="5">
        <dgm:presLayoutVars>
          <dgm:chMax val="0"/>
          <dgm:bulletEnabled val="1"/>
        </dgm:presLayoutVars>
      </dgm:prSet>
      <dgm:spPr/>
    </dgm:pt>
    <dgm:pt modelId="{814EBF18-FE5C-6F4B-BE4A-CFDF1D96591C}" type="pres">
      <dgm:prSet presAssocID="{A955D1B4-E172-4C9B-93FC-4FFA54E10B57}" presName="spacer" presStyleCnt="0"/>
      <dgm:spPr/>
    </dgm:pt>
    <dgm:pt modelId="{A58092F6-64B0-6A4C-AE36-36D71D560661}" type="pres">
      <dgm:prSet presAssocID="{A85572A3-E382-4777-9702-B3F5DE99B55C}" presName="parentText" presStyleLbl="node1" presStyleIdx="1" presStyleCnt="5">
        <dgm:presLayoutVars>
          <dgm:chMax val="0"/>
          <dgm:bulletEnabled val="1"/>
        </dgm:presLayoutVars>
      </dgm:prSet>
      <dgm:spPr/>
    </dgm:pt>
    <dgm:pt modelId="{421C3FB4-B9F9-4344-9723-66D901D12202}" type="pres">
      <dgm:prSet presAssocID="{BD54C2FD-1103-4107-9192-1F224E37FD1D}" presName="spacer" presStyleCnt="0"/>
      <dgm:spPr/>
    </dgm:pt>
    <dgm:pt modelId="{AD580EA5-0AAC-544D-AEA8-71218B7E527B}" type="pres">
      <dgm:prSet presAssocID="{432A6EE3-2D7D-4460-8D83-C0C8944F57C4}" presName="parentText" presStyleLbl="node1" presStyleIdx="2" presStyleCnt="5">
        <dgm:presLayoutVars>
          <dgm:chMax val="0"/>
          <dgm:bulletEnabled val="1"/>
        </dgm:presLayoutVars>
      </dgm:prSet>
      <dgm:spPr/>
    </dgm:pt>
    <dgm:pt modelId="{0AFB3452-60A8-DF4F-A574-3FC1AAC11016}" type="pres">
      <dgm:prSet presAssocID="{DDFF44C6-4125-4520-B2A4-745B0447BC1A}" presName="spacer" presStyleCnt="0"/>
      <dgm:spPr/>
    </dgm:pt>
    <dgm:pt modelId="{48D3D7CA-4DF1-2242-898E-73BCDDB8B473}" type="pres">
      <dgm:prSet presAssocID="{92829E89-E791-429B-8A5C-2269360D66A2}" presName="parentText" presStyleLbl="node1" presStyleIdx="3" presStyleCnt="5">
        <dgm:presLayoutVars>
          <dgm:chMax val="0"/>
          <dgm:bulletEnabled val="1"/>
        </dgm:presLayoutVars>
      </dgm:prSet>
      <dgm:spPr/>
    </dgm:pt>
    <dgm:pt modelId="{43435DE2-CC9F-AD4E-8608-626D6ACEDF20}" type="pres">
      <dgm:prSet presAssocID="{0E4D7EBC-AAAE-4BE8-AE36-FA5B1F6B21D4}" presName="spacer" presStyleCnt="0"/>
      <dgm:spPr/>
    </dgm:pt>
    <dgm:pt modelId="{3AF9F07D-8742-AC45-832B-3619B03AE8DB}" type="pres">
      <dgm:prSet presAssocID="{3FDD316B-DE94-488B-99D1-B989E0878963}" presName="parentText" presStyleLbl="node1" presStyleIdx="4" presStyleCnt="5">
        <dgm:presLayoutVars>
          <dgm:chMax val="0"/>
          <dgm:bulletEnabled val="1"/>
        </dgm:presLayoutVars>
      </dgm:prSet>
      <dgm:spPr/>
    </dgm:pt>
  </dgm:ptLst>
  <dgm:cxnLst>
    <dgm:cxn modelId="{22AE2F1C-6B1F-6A4F-9912-320E10BF3BFF}" type="presOf" srcId="{92829E89-E791-429B-8A5C-2269360D66A2}" destId="{48D3D7CA-4DF1-2242-898E-73BCDDB8B473}" srcOrd="0" destOrd="0" presId="urn:microsoft.com/office/officeart/2005/8/layout/vList2"/>
    <dgm:cxn modelId="{3B1FFC34-6F5D-9547-A24A-EE737345608A}" type="presOf" srcId="{BD823783-E2BA-4E80-807C-8A551824AEC8}" destId="{7D418906-3EB8-A846-ABC5-66F9C6B0846E}" srcOrd="0" destOrd="0" presId="urn:microsoft.com/office/officeart/2005/8/layout/vList2"/>
    <dgm:cxn modelId="{71A2D543-5628-4246-8DF9-815602BCC73F}" type="presOf" srcId="{FCDA4241-F755-4B50-91E7-996396029ED0}" destId="{D75C0F70-98FE-4E4C-8131-892B530A7B85}" srcOrd="0" destOrd="0" presId="urn:microsoft.com/office/officeart/2005/8/layout/vList2"/>
    <dgm:cxn modelId="{DE6CFC44-75F3-4215-AEA5-1E485DEC984C}" srcId="{FCDA4241-F755-4B50-91E7-996396029ED0}" destId="{432A6EE3-2D7D-4460-8D83-C0C8944F57C4}" srcOrd="2" destOrd="0" parTransId="{DBEA092B-0E50-4C17-9591-D140E7C8AC74}" sibTransId="{DDFF44C6-4125-4520-B2A4-745B0447BC1A}"/>
    <dgm:cxn modelId="{B6133F55-F5A5-8447-AB4E-EFC4C42CB65F}" type="presOf" srcId="{432A6EE3-2D7D-4460-8D83-C0C8944F57C4}" destId="{AD580EA5-0AAC-544D-AEA8-71218B7E527B}" srcOrd="0" destOrd="0" presId="urn:microsoft.com/office/officeart/2005/8/layout/vList2"/>
    <dgm:cxn modelId="{25C7978A-D49E-4F0A-804B-C4ACC94F5FC3}" srcId="{FCDA4241-F755-4B50-91E7-996396029ED0}" destId="{3FDD316B-DE94-488B-99D1-B989E0878963}" srcOrd="4" destOrd="0" parTransId="{B9F6CFA4-DFA9-44B1-ADC0-0E703AE77E12}" sibTransId="{B9269A9C-8585-46FD-89EB-A293E2FDE82A}"/>
    <dgm:cxn modelId="{802B2C8B-9956-8648-86A1-2A375A556C96}" type="presOf" srcId="{A85572A3-E382-4777-9702-B3F5DE99B55C}" destId="{A58092F6-64B0-6A4C-AE36-36D71D560661}" srcOrd="0" destOrd="0" presId="urn:microsoft.com/office/officeart/2005/8/layout/vList2"/>
    <dgm:cxn modelId="{4DFB27C1-D531-AA43-BE56-EC7ADAFA2898}" type="presOf" srcId="{3FDD316B-DE94-488B-99D1-B989E0878963}" destId="{3AF9F07D-8742-AC45-832B-3619B03AE8DB}" srcOrd="0" destOrd="0" presId="urn:microsoft.com/office/officeart/2005/8/layout/vList2"/>
    <dgm:cxn modelId="{925380C5-5E79-4C3F-A7BA-6CEFEA4120E5}" srcId="{FCDA4241-F755-4B50-91E7-996396029ED0}" destId="{BD823783-E2BA-4E80-807C-8A551824AEC8}" srcOrd="0" destOrd="0" parTransId="{DDECB59C-159D-445A-B222-ADC1B99BA53F}" sibTransId="{A955D1B4-E172-4C9B-93FC-4FFA54E10B57}"/>
    <dgm:cxn modelId="{4665F2E0-00B6-46D0-A0B0-F66663DA449D}" srcId="{FCDA4241-F755-4B50-91E7-996396029ED0}" destId="{92829E89-E791-429B-8A5C-2269360D66A2}" srcOrd="3" destOrd="0" parTransId="{3240B3E6-12F8-4291-BFC3-DC5BD96ABE7B}" sibTransId="{0E4D7EBC-AAAE-4BE8-AE36-FA5B1F6B21D4}"/>
    <dgm:cxn modelId="{11F03FEB-AF02-4596-86A2-D0EB14428A5E}" srcId="{FCDA4241-F755-4B50-91E7-996396029ED0}" destId="{A85572A3-E382-4777-9702-B3F5DE99B55C}" srcOrd="1" destOrd="0" parTransId="{9615C5B7-D72C-465D-9DB8-83EF3ABE335D}" sibTransId="{BD54C2FD-1103-4107-9192-1F224E37FD1D}"/>
    <dgm:cxn modelId="{AD9FA790-F20B-6342-A10B-C8AE729F85AB}" type="presParOf" srcId="{D75C0F70-98FE-4E4C-8131-892B530A7B85}" destId="{7D418906-3EB8-A846-ABC5-66F9C6B0846E}" srcOrd="0" destOrd="0" presId="urn:microsoft.com/office/officeart/2005/8/layout/vList2"/>
    <dgm:cxn modelId="{50045A0E-E871-1C46-8A43-68D31275A567}" type="presParOf" srcId="{D75C0F70-98FE-4E4C-8131-892B530A7B85}" destId="{814EBF18-FE5C-6F4B-BE4A-CFDF1D96591C}" srcOrd="1" destOrd="0" presId="urn:microsoft.com/office/officeart/2005/8/layout/vList2"/>
    <dgm:cxn modelId="{A90EE88D-530D-D04F-B1EA-B12533D1FD0C}" type="presParOf" srcId="{D75C0F70-98FE-4E4C-8131-892B530A7B85}" destId="{A58092F6-64B0-6A4C-AE36-36D71D560661}" srcOrd="2" destOrd="0" presId="urn:microsoft.com/office/officeart/2005/8/layout/vList2"/>
    <dgm:cxn modelId="{CEB00D6B-D87C-E546-A95A-883CE7455E72}" type="presParOf" srcId="{D75C0F70-98FE-4E4C-8131-892B530A7B85}" destId="{421C3FB4-B9F9-4344-9723-66D901D12202}" srcOrd="3" destOrd="0" presId="urn:microsoft.com/office/officeart/2005/8/layout/vList2"/>
    <dgm:cxn modelId="{06A8AE6E-BF11-1B4A-8E7C-A53E93E4D849}" type="presParOf" srcId="{D75C0F70-98FE-4E4C-8131-892B530A7B85}" destId="{AD580EA5-0AAC-544D-AEA8-71218B7E527B}" srcOrd="4" destOrd="0" presId="urn:microsoft.com/office/officeart/2005/8/layout/vList2"/>
    <dgm:cxn modelId="{1EB68EE6-5B74-6841-9767-5ED725631E53}" type="presParOf" srcId="{D75C0F70-98FE-4E4C-8131-892B530A7B85}" destId="{0AFB3452-60A8-DF4F-A574-3FC1AAC11016}" srcOrd="5" destOrd="0" presId="urn:microsoft.com/office/officeart/2005/8/layout/vList2"/>
    <dgm:cxn modelId="{BB13F1F1-5499-A344-98E0-4C66252D45DC}" type="presParOf" srcId="{D75C0F70-98FE-4E4C-8131-892B530A7B85}" destId="{48D3D7CA-4DF1-2242-898E-73BCDDB8B473}" srcOrd="6" destOrd="0" presId="urn:microsoft.com/office/officeart/2005/8/layout/vList2"/>
    <dgm:cxn modelId="{50505971-6A1B-2942-8D32-CFC12C36B7F7}" type="presParOf" srcId="{D75C0F70-98FE-4E4C-8131-892B530A7B85}" destId="{43435DE2-CC9F-AD4E-8608-626D6ACEDF20}" srcOrd="7" destOrd="0" presId="urn:microsoft.com/office/officeart/2005/8/layout/vList2"/>
    <dgm:cxn modelId="{93973D72-8AFA-5D46-9C8A-F02AB018F4AC}" type="presParOf" srcId="{D75C0F70-98FE-4E4C-8131-892B530A7B85}" destId="{3AF9F07D-8742-AC45-832B-3619B03AE8DB}"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49EA198-71AF-4F35-987D-8E65D8E32B1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EA834B2-4925-42B1-AC21-D9565C1382E9}">
      <dgm:prSet/>
      <dgm:spPr/>
      <dgm:t>
        <a:bodyPr/>
        <a:lstStyle/>
        <a:p>
          <a:pPr>
            <a:lnSpc>
              <a:spcPct val="100000"/>
            </a:lnSpc>
          </a:pPr>
          <a:r>
            <a:rPr lang="en-US"/>
            <a:t>componentWillUnmount()</a:t>
          </a:r>
        </a:p>
      </dgm:t>
    </dgm:pt>
    <dgm:pt modelId="{CAB4CE1E-D213-4BE6-BD7E-308075DB7DB8}" type="parTrans" cxnId="{50BAB0E6-D698-4D1B-887E-BB501D2A8986}">
      <dgm:prSet/>
      <dgm:spPr/>
      <dgm:t>
        <a:bodyPr/>
        <a:lstStyle/>
        <a:p>
          <a:endParaRPr lang="en-US"/>
        </a:p>
      </dgm:t>
    </dgm:pt>
    <dgm:pt modelId="{8B7565B3-E960-4376-B340-76631F7D2B98}" type="sibTrans" cxnId="{50BAB0E6-D698-4D1B-887E-BB501D2A8986}">
      <dgm:prSet/>
      <dgm:spPr/>
      <dgm:t>
        <a:bodyPr/>
        <a:lstStyle/>
        <a:p>
          <a:endParaRPr lang="en-US"/>
        </a:p>
      </dgm:t>
    </dgm:pt>
    <dgm:pt modelId="{2AE0DBE2-6078-4F42-9785-4E9928763F46}">
      <dgm:prSet/>
      <dgm:spPr/>
      <dgm:t>
        <a:bodyPr/>
        <a:lstStyle/>
        <a:p>
          <a:pPr>
            <a:lnSpc>
              <a:spcPct val="100000"/>
            </a:lnSpc>
          </a:pPr>
          <a:r>
            <a:rPr lang="en-US"/>
            <a:t>Called just before the component is removed from the DOM</a:t>
          </a:r>
        </a:p>
      </dgm:t>
    </dgm:pt>
    <dgm:pt modelId="{01119D54-4856-4073-A8ED-4C3D692150D3}" type="parTrans" cxnId="{12C19C7B-D14C-43A7-85EB-F99724C03A4D}">
      <dgm:prSet/>
      <dgm:spPr/>
      <dgm:t>
        <a:bodyPr/>
        <a:lstStyle/>
        <a:p>
          <a:endParaRPr lang="en-US"/>
        </a:p>
      </dgm:t>
    </dgm:pt>
    <dgm:pt modelId="{F05F87DE-92B7-481D-BA31-01AD2E314A82}" type="sibTrans" cxnId="{12C19C7B-D14C-43A7-85EB-F99724C03A4D}">
      <dgm:prSet/>
      <dgm:spPr/>
      <dgm:t>
        <a:bodyPr/>
        <a:lstStyle/>
        <a:p>
          <a:endParaRPr lang="en-US"/>
        </a:p>
      </dgm:t>
    </dgm:pt>
    <dgm:pt modelId="{F79A69BC-7AB0-4911-A495-F5EFFE86BC70}">
      <dgm:prSet/>
      <dgm:spPr/>
      <dgm:t>
        <a:bodyPr/>
        <a:lstStyle/>
        <a:p>
          <a:pPr>
            <a:lnSpc>
              <a:spcPct val="100000"/>
            </a:lnSpc>
          </a:pPr>
          <a:r>
            <a:rPr lang="en-US"/>
            <a:t>Best practices</a:t>
          </a:r>
        </a:p>
      </dgm:t>
    </dgm:pt>
    <dgm:pt modelId="{63C4A829-3E04-4F33-90ED-D6A6FC060D4C}" type="parTrans" cxnId="{D57B1158-F5DA-4585-AA6D-6F332D774B09}">
      <dgm:prSet/>
      <dgm:spPr/>
      <dgm:t>
        <a:bodyPr/>
        <a:lstStyle/>
        <a:p>
          <a:endParaRPr lang="en-US"/>
        </a:p>
      </dgm:t>
    </dgm:pt>
    <dgm:pt modelId="{F189838C-E9A6-4BD7-AB3F-D0727D5BDCFC}" type="sibTrans" cxnId="{D57B1158-F5DA-4585-AA6D-6F332D774B09}">
      <dgm:prSet/>
      <dgm:spPr/>
      <dgm:t>
        <a:bodyPr/>
        <a:lstStyle/>
        <a:p>
          <a:endParaRPr lang="en-US"/>
        </a:p>
      </dgm:t>
    </dgm:pt>
    <dgm:pt modelId="{9B4F6129-0E2D-47A9-B2B2-967CFFCF6FE4}">
      <dgm:prSet/>
      <dgm:spPr/>
      <dgm:t>
        <a:bodyPr/>
        <a:lstStyle/>
        <a:p>
          <a:pPr>
            <a:lnSpc>
              <a:spcPct val="100000"/>
            </a:lnSpc>
          </a:pPr>
          <a:r>
            <a:rPr lang="en-US"/>
            <a:t>Use for cleaning up side-effects initiated in other lifecycle methods (timers or event listeners).</a:t>
          </a:r>
        </a:p>
      </dgm:t>
    </dgm:pt>
    <dgm:pt modelId="{FC5E24DB-5477-4869-A7FB-D858BDA4EB9C}" type="parTrans" cxnId="{A9EBE04D-42A4-43E7-83E8-1880105F96FD}">
      <dgm:prSet/>
      <dgm:spPr/>
      <dgm:t>
        <a:bodyPr/>
        <a:lstStyle/>
        <a:p>
          <a:endParaRPr lang="en-US"/>
        </a:p>
      </dgm:t>
    </dgm:pt>
    <dgm:pt modelId="{EAD88C91-486A-4135-80AC-511AC1D4188A}" type="sibTrans" cxnId="{A9EBE04D-42A4-43E7-83E8-1880105F96FD}">
      <dgm:prSet/>
      <dgm:spPr/>
      <dgm:t>
        <a:bodyPr/>
        <a:lstStyle/>
        <a:p>
          <a:endParaRPr lang="en-US"/>
        </a:p>
      </dgm:t>
    </dgm:pt>
    <dgm:pt modelId="{632EBCAA-85FF-4E89-95EB-2F8C1E5CE2A9}" type="pres">
      <dgm:prSet presAssocID="{749EA198-71AF-4F35-987D-8E65D8E32B14}" presName="root" presStyleCnt="0">
        <dgm:presLayoutVars>
          <dgm:dir/>
          <dgm:resizeHandles val="exact"/>
        </dgm:presLayoutVars>
      </dgm:prSet>
      <dgm:spPr/>
    </dgm:pt>
    <dgm:pt modelId="{59699187-A104-4BE7-A3D2-EF31FDF7A8A7}" type="pres">
      <dgm:prSet presAssocID="{8EA834B2-4925-42B1-AC21-D9565C1382E9}" presName="compNode" presStyleCnt="0"/>
      <dgm:spPr/>
    </dgm:pt>
    <dgm:pt modelId="{35F8D7F9-809C-4377-947B-A17409EABF2A}" type="pres">
      <dgm:prSet presAssocID="{8EA834B2-4925-42B1-AC21-D9565C1382E9}" presName="bgRect" presStyleLbl="bgShp" presStyleIdx="0" presStyleCnt="2"/>
      <dgm:spPr/>
    </dgm:pt>
    <dgm:pt modelId="{55A03D5D-2886-4595-85B1-7DA2D603781D}" type="pres">
      <dgm:prSet presAssocID="{8EA834B2-4925-42B1-AC21-D9565C1382E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09CEAEE0-F239-4C20-9DFE-A57F5DD3A028}" type="pres">
      <dgm:prSet presAssocID="{8EA834B2-4925-42B1-AC21-D9565C1382E9}" presName="spaceRect" presStyleCnt="0"/>
      <dgm:spPr/>
    </dgm:pt>
    <dgm:pt modelId="{B1C2FFD1-044B-42E8-94F2-4E041F49D7A7}" type="pres">
      <dgm:prSet presAssocID="{8EA834B2-4925-42B1-AC21-D9565C1382E9}" presName="parTx" presStyleLbl="revTx" presStyleIdx="0" presStyleCnt="4">
        <dgm:presLayoutVars>
          <dgm:chMax val="0"/>
          <dgm:chPref val="0"/>
        </dgm:presLayoutVars>
      </dgm:prSet>
      <dgm:spPr/>
    </dgm:pt>
    <dgm:pt modelId="{2FB00A13-3315-45A6-9C55-D2512648C8C8}" type="pres">
      <dgm:prSet presAssocID="{8EA834B2-4925-42B1-AC21-D9565C1382E9}" presName="desTx" presStyleLbl="revTx" presStyleIdx="1" presStyleCnt="4">
        <dgm:presLayoutVars/>
      </dgm:prSet>
      <dgm:spPr/>
    </dgm:pt>
    <dgm:pt modelId="{EC851F49-D8DE-4720-9426-64E4ED2856F4}" type="pres">
      <dgm:prSet presAssocID="{8B7565B3-E960-4376-B340-76631F7D2B98}" presName="sibTrans" presStyleCnt="0"/>
      <dgm:spPr/>
    </dgm:pt>
    <dgm:pt modelId="{5854C776-1518-44C6-82CA-B9F44E57CBDA}" type="pres">
      <dgm:prSet presAssocID="{F79A69BC-7AB0-4911-A495-F5EFFE86BC70}" presName="compNode" presStyleCnt="0"/>
      <dgm:spPr/>
    </dgm:pt>
    <dgm:pt modelId="{7862E24F-B333-489A-A6E3-33DDA21ABEF3}" type="pres">
      <dgm:prSet presAssocID="{F79A69BC-7AB0-4911-A495-F5EFFE86BC70}" presName="bgRect" presStyleLbl="bgShp" presStyleIdx="1" presStyleCnt="2"/>
      <dgm:spPr/>
    </dgm:pt>
    <dgm:pt modelId="{01B256AA-AF0A-452D-9961-941EA999DFA0}" type="pres">
      <dgm:prSet presAssocID="{F79A69BC-7AB0-4911-A495-F5EFFE86BC7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op and bucket"/>
        </a:ext>
      </dgm:extLst>
    </dgm:pt>
    <dgm:pt modelId="{527F689A-CF8A-483F-A33F-6680248219D3}" type="pres">
      <dgm:prSet presAssocID="{F79A69BC-7AB0-4911-A495-F5EFFE86BC70}" presName="spaceRect" presStyleCnt="0"/>
      <dgm:spPr/>
    </dgm:pt>
    <dgm:pt modelId="{2B12686C-2D7F-4FA8-9989-6A9C69C86188}" type="pres">
      <dgm:prSet presAssocID="{F79A69BC-7AB0-4911-A495-F5EFFE86BC70}" presName="parTx" presStyleLbl="revTx" presStyleIdx="2" presStyleCnt="4">
        <dgm:presLayoutVars>
          <dgm:chMax val="0"/>
          <dgm:chPref val="0"/>
        </dgm:presLayoutVars>
      </dgm:prSet>
      <dgm:spPr/>
    </dgm:pt>
    <dgm:pt modelId="{137039F7-0E4A-45D7-A371-0688ECB9FC09}" type="pres">
      <dgm:prSet presAssocID="{F79A69BC-7AB0-4911-A495-F5EFFE86BC70}" presName="desTx" presStyleLbl="revTx" presStyleIdx="3" presStyleCnt="4">
        <dgm:presLayoutVars/>
      </dgm:prSet>
      <dgm:spPr/>
    </dgm:pt>
  </dgm:ptLst>
  <dgm:cxnLst>
    <dgm:cxn modelId="{4FAB8116-A354-4569-91CB-88F911CE580E}" type="presOf" srcId="{8EA834B2-4925-42B1-AC21-D9565C1382E9}" destId="{B1C2FFD1-044B-42E8-94F2-4E041F49D7A7}" srcOrd="0" destOrd="0" presId="urn:microsoft.com/office/officeart/2018/2/layout/IconVerticalSolidList"/>
    <dgm:cxn modelId="{AD8AA72A-FD44-4730-A655-008C918E1A69}" type="presOf" srcId="{749EA198-71AF-4F35-987D-8E65D8E32B14}" destId="{632EBCAA-85FF-4E89-95EB-2F8C1E5CE2A9}" srcOrd="0" destOrd="0" presId="urn:microsoft.com/office/officeart/2018/2/layout/IconVerticalSolidList"/>
    <dgm:cxn modelId="{A9EBE04D-42A4-43E7-83E8-1880105F96FD}" srcId="{F79A69BC-7AB0-4911-A495-F5EFFE86BC70}" destId="{9B4F6129-0E2D-47A9-B2B2-967CFFCF6FE4}" srcOrd="0" destOrd="0" parTransId="{FC5E24DB-5477-4869-A7FB-D858BDA4EB9C}" sibTransId="{EAD88C91-486A-4135-80AC-511AC1D4188A}"/>
    <dgm:cxn modelId="{D57B1158-F5DA-4585-AA6D-6F332D774B09}" srcId="{749EA198-71AF-4F35-987D-8E65D8E32B14}" destId="{F79A69BC-7AB0-4911-A495-F5EFFE86BC70}" srcOrd="1" destOrd="0" parTransId="{63C4A829-3E04-4F33-90ED-D6A6FC060D4C}" sibTransId="{F189838C-E9A6-4BD7-AB3F-D0727D5BDCFC}"/>
    <dgm:cxn modelId="{1B49755D-7D5C-4388-B199-286457EA330F}" type="presOf" srcId="{9B4F6129-0E2D-47A9-B2B2-967CFFCF6FE4}" destId="{137039F7-0E4A-45D7-A371-0688ECB9FC09}" srcOrd="0" destOrd="0" presId="urn:microsoft.com/office/officeart/2018/2/layout/IconVerticalSolidList"/>
    <dgm:cxn modelId="{12C19C7B-D14C-43A7-85EB-F99724C03A4D}" srcId="{8EA834B2-4925-42B1-AC21-D9565C1382E9}" destId="{2AE0DBE2-6078-4F42-9785-4E9928763F46}" srcOrd="0" destOrd="0" parTransId="{01119D54-4856-4073-A8ED-4C3D692150D3}" sibTransId="{F05F87DE-92B7-481D-BA31-01AD2E314A82}"/>
    <dgm:cxn modelId="{6AC550B9-55BC-4E10-8FB1-66CE6FC746E5}" type="presOf" srcId="{2AE0DBE2-6078-4F42-9785-4E9928763F46}" destId="{2FB00A13-3315-45A6-9C55-D2512648C8C8}" srcOrd="0" destOrd="0" presId="urn:microsoft.com/office/officeart/2018/2/layout/IconVerticalSolidList"/>
    <dgm:cxn modelId="{9B2492BD-1209-478B-8921-BA60EEE819B0}" type="presOf" srcId="{F79A69BC-7AB0-4911-A495-F5EFFE86BC70}" destId="{2B12686C-2D7F-4FA8-9989-6A9C69C86188}" srcOrd="0" destOrd="0" presId="urn:microsoft.com/office/officeart/2018/2/layout/IconVerticalSolidList"/>
    <dgm:cxn modelId="{50BAB0E6-D698-4D1B-887E-BB501D2A8986}" srcId="{749EA198-71AF-4F35-987D-8E65D8E32B14}" destId="{8EA834B2-4925-42B1-AC21-D9565C1382E9}" srcOrd="0" destOrd="0" parTransId="{CAB4CE1E-D213-4BE6-BD7E-308075DB7DB8}" sibTransId="{8B7565B3-E960-4376-B340-76631F7D2B98}"/>
    <dgm:cxn modelId="{938C8845-5B72-468F-BCCB-21BA3F43A2E5}" type="presParOf" srcId="{632EBCAA-85FF-4E89-95EB-2F8C1E5CE2A9}" destId="{59699187-A104-4BE7-A3D2-EF31FDF7A8A7}" srcOrd="0" destOrd="0" presId="urn:microsoft.com/office/officeart/2018/2/layout/IconVerticalSolidList"/>
    <dgm:cxn modelId="{FC219409-F684-4D55-97D4-650349501AC4}" type="presParOf" srcId="{59699187-A104-4BE7-A3D2-EF31FDF7A8A7}" destId="{35F8D7F9-809C-4377-947B-A17409EABF2A}" srcOrd="0" destOrd="0" presId="urn:microsoft.com/office/officeart/2018/2/layout/IconVerticalSolidList"/>
    <dgm:cxn modelId="{43092E79-3BAF-4BB8-B936-C02294FFE1CA}" type="presParOf" srcId="{59699187-A104-4BE7-A3D2-EF31FDF7A8A7}" destId="{55A03D5D-2886-4595-85B1-7DA2D603781D}" srcOrd="1" destOrd="0" presId="urn:microsoft.com/office/officeart/2018/2/layout/IconVerticalSolidList"/>
    <dgm:cxn modelId="{D82C71E1-9C51-4F42-A6AC-50D29D93CF6F}" type="presParOf" srcId="{59699187-A104-4BE7-A3D2-EF31FDF7A8A7}" destId="{09CEAEE0-F239-4C20-9DFE-A57F5DD3A028}" srcOrd="2" destOrd="0" presId="urn:microsoft.com/office/officeart/2018/2/layout/IconVerticalSolidList"/>
    <dgm:cxn modelId="{A590B5FD-9FEF-4113-94E5-097DB8F27556}" type="presParOf" srcId="{59699187-A104-4BE7-A3D2-EF31FDF7A8A7}" destId="{B1C2FFD1-044B-42E8-94F2-4E041F49D7A7}" srcOrd="3" destOrd="0" presId="urn:microsoft.com/office/officeart/2018/2/layout/IconVerticalSolidList"/>
    <dgm:cxn modelId="{2E354289-795D-4A91-9335-3843A846CBCA}" type="presParOf" srcId="{59699187-A104-4BE7-A3D2-EF31FDF7A8A7}" destId="{2FB00A13-3315-45A6-9C55-D2512648C8C8}" srcOrd="4" destOrd="0" presId="urn:microsoft.com/office/officeart/2018/2/layout/IconVerticalSolidList"/>
    <dgm:cxn modelId="{A6BBC85A-BCC8-450B-BD6B-CD48EBACA0AF}" type="presParOf" srcId="{632EBCAA-85FF-4E89-95EB-2F8C1E5CE2A9}" destId="{EC851F49-D8DE-4720-9426-64E4ED2856F4}" srcOrd="1" destOrd="0" presId="urn:microsoft.com/office/officeart/2018/2/layout/IconVerticalSolidList"/>
    <dgm:cxn modelId="{27E4B2E9-9A4B-4440-8258-19D873687731}" type="presParOf" srcId="{632EBCAA-85FF-4E89-95EB-2F8C1E5CE2A9}" destId="{5854C776-1518-44C6-82CA-B9F44E57CBDA}" srcOrd="2" destOrd="0" presId="urn:microsoft.com/office/officeart/2018/2/layout/IconVerticalSolidList"/>
    <dgm:cxn modelId="{4FBE7624-F44D-468B-B77F-AE086AA4673A}" type="presParOf" srcId="{5854C776-1518-44C6-82CA-B9F44E57CBDA}" destId="{7862E24F-B333-489A-A6E3-33DDA21ABEF3}" srcOrd="0" destOrd="0" presId="urn:microsoft.com/office/officeart/2018/2/layout/IconVerticalSolidList"/>
    <dgm:cxn modelId="{02FA431C-DF5D-476F-AAFA-B8B7DB1B6E01}" type="presParOf" srcId="{5854C776-1518-44C6-82CA-B9F44E57CBDA}" destId="{01B256AA-AF0A-452D-9961-941EA999DFA0}" srcOrd="1" destOrd="0" presId="urn:microsoft.com/office/officeart/2018/2/layout/IconVerticalSolidList"/>
    <dgm:cxn modelId="{0515598F-A691-49B6-87E6-586A7830D92D}" type="presParOf" srcId="{5854C776-1518-44C6-82CA-B9F44E57CBDA}" destId="{527F689A-CF8A-483F-A33F-6680248219D3}" srcOrd="2" destOrd="0" presId="urn:microsoft.com/office/officeart/2018/2/layout/IconVerticalSolidList"/>
    <dgm:cxn modelId="{60663F8A-79B4-43A6-AB99-5FCA8E567302}" type="presParOf" srcId="{5854C776-1518-44C6-82CA-B9F44E57CBDA}" destId="{2B12686C-2D7F-4FA8-9989-6A9C69C86188}" srcOrd="3" destOrd="0" presId="urn:microsoft.com/office/officeart/2018/2/layout/IconVerticalSolidList"/>
    <dgm:cxn modelId="{9AFCB796-FE71-4013-A846-CAD36950FEAC}" type="presParOf" srcId="{5854C776-1518-44C6-82CA-B9F44E57CBDA}" destId="{137039F7-0E4A-45D7-A371-0688ECB9FC09}"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BAAFAA0-F0FD-4B53-B3A1-B23662308DB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40FE665-C93D-4A6F-A378-FDD3AD9034A9}">
      <dgm:prSet/>
      <dgm:spPr/>
      <dgm:t>
        <a:bodyPr/>
        <a:lstStyle/>
        <a:p>
          <a:pPr>
            <a:lnSpc>
              <a:spcPct val="100000"/>
            </a:lnSpc>
          </a:pPr>
          <a:r>
            <a:rPr lang="en-US"/>
            <a:t>static getDerivedStateFromError()</a:t>
          </a:r>
        </a:p>
      </dgm:t>
    </dgm:pt>
    <dgm:pt modelId="{210C6F3E-0FE1-45B2-B792-FD01D58AA462}" type="parTrans" cxnId="{EC2E2D60-2632-4052-A666-2D1B9190D79B}">
      <dgm:prSet/>
      <dgm:spPr/>
      <dgm:t>
        <a:bodyPr/>
        <a:lstStyle/>
        <a:p>
          <a:endParaRPr lang="en-US"/>
        </a:p>
      </dgm:t>
    </dgm:pt>
    <dgm:pt modelId="{12F1974C-5692-4D0D-8FDF-2C9ACD7E511C}" type="sibTrans" cxnId="{EC2E2D60-2632-4052-A666-2D1B9190D79B}">
      <dgm:prSet/>
      <dgm:spPr/>
      <dgm:t>
        <a:bodyPr/>
        <a:lstStyle/>
        <a:p>
          <a:endParaRPr lang="en-US"/>
        </a:p>
      </dgm:t>
    </dgm:pt>
    <dgm:pt modelId="{23A91FFA-4964-4A5C-BD14-EB4654C5A107}">
      <dgm:prSet/>
      <dgm:spPr/>
      <dgm:t>
        <a:bodyPr/>
        <a:lstStyle/>
        <a:p>
          <a:pPr>
            <a:lnSpc>
              <a:spcPct val="100000"/>
            </a:lnSpc>
          </a:pPr>
          <a:r>
            <a:rPr lang="en-US"/>
            <a:t>componentDidCatch()</a:t>
          </a:r>
        </a:p>
      </dgm:t>
    </dgm:pt>
    <dgm:pt modelId="{52C99C1F-1872-43F2-B6BC-CE4A5BE2CC79}" type="parTrans" cxnId="{A64059CD-E03A-4A4A-92C9-3749254596BA}">
      <dgm:prSet/>
      <dgm:spPr/>
      <dgm:t>
        <a:bodyPr/>
        <a:lstStyle/>
        <a:p>
          <a:endParaRPr lang="en-US"/>
        </a:p>
      </dgm:t>
    </dgm:pt>
    <dgm:pt modelId="{9F25A7AA-DAFF-4053-B62F-9457B310E4DA}" type="sibTrans" cxnId="{A64059CD-E03A-4A4A-92C9-3749254596BA}">
      <dgm:prSet/>
      <dgm:spPr/>
      <dgm:t>
        <a:bodyPr/>
        <a:lstStyle/>
        <a:p>
          <a:endParaRPr lang="en-US"/>
        </a:p>
      </dgm:t>
    </dgm:pt>
    <dgm:pt modelId="{D062D782-9175-445E-8C69-3630106763DE}" type="pres">
      <dgm:prSet presAssocID="{2BAAFAA0-F0FD-4B53-B3A1-B23662308DB3}" presName="root" presStyleCnt="0">
        <dgm:presLayoutVars>
          <dgm:dir/>
          <dgm:resizeHandles val="exact"/>
        </dgm:presLayoutVars>
      </dgm:prSet>
      <dgm:spPr/>
    </dgm:pt>
    <dgm:pt modelId="{214FBB2D-9652-489C-9A08-61A00723B3D3}" type="pres">
      <dgm:prSet presAssocID="{640FE665-C93D-4A6F-A378-FDD3AD9034A9}" presName="compNode" presStyleCnt="0"/>
      <dgm:spPr/>
    </dgm:pt>
    <dgm:pt modelId="{47D1E8E2-2547-406C-BD52-FD0F70A80426}" type="pres">
      <dgm:prSet presAssocID="{640FE665-C93D-4A6F-A378-FDD3AD9034A9}" presName="bgRect" presStyleLbl="bgShp" presStyleIdx="0" presStyleCnt="2"/>
      <dgm:spPr/>
    </dgm:pt>
    <dgm:pt modelId="{AB8170AD-0AD9-4C45-9E58-4E75F9F0D7D1}" type="pres">
      <dgm:prSet presAssocID="{640FE665-C93D-4A6F-A378-FDD3AD9034A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ghtning"/>
        </a:ext>
      </dgm:extLst>
    </dgm:pt>
    <dgm:pt modelId="{45BD504A-B8B8-4A98-BC44-F02B955136B2}" type="pres">
      <dgm:prSet presAssocID="{640FE665-C93D-4A6F-A378-FDD3AD9034A9}" presName="spaceRect" presStyleCnt="0"/>
      <dgm:spPr/>
    </dgm:pt>
    <dgm:pt modelId="{F791ACF1-8B64-4B0A-8A3E-1039F4C7981A}" type="pres">
      <dgm:prSet presAssocID="{640FE665-C93D-4A6F-A378-FDD3AD9034A9}" presName="parTx" presStyleLbl="revTx" presStyleIdx="0" presStyleCnt="2">
        <dgm:presLayoutVars>
          <dgm:chMax val="0"/>
          <dgm:chPref val="0"/>
        </dgm:presLayoutVars>
      </dgm:prSet>
      <dgm:spPr/>
    </dgm:pt>
    <dgm:pt modelId="{D9DB3386-EC1F-48D4-A62D-7B71C8AB596B}" type="pres">
      <dgm:prSet presAssocID="{12F1974C-5692-4D0D-8FDF-2C9ACD7E511C}" presName="sibTrans" presStyleCnt="0"/>
      <dgm:spPr/>
    </dgm:pt>
    <dgm:pt modelId="{F6A29DDF-0844-45F3-8E30-E3830ACB00D4}" type="pres">
      <dgm:prSet presAssocID="{23A91FFA-4964-4A5C-BD14-EB4654C5A107}" presName="compNode" presStyleCnt="0"/>
      <dgm:spPr/>
    </dgm:pt>
    <dgm:pt modelId="{9AAB89F5-DD06-4221-A9F8-47EDA8E93C27}" type="pres">
      <dgm:prSet presAssocID="{23A91FFA-4964-4A5C-BD14-EB4654C5A107}" presName="bgRect" presStyleLbl="bgShp" presStyleIdx="1" presStyleCnt="2"/>
      <dgm:spPr/>
    </dgm:pt>
    <dgm:pt modelId="{E93CA919-7DD8-4194-B023-959652CC5A4B}" type="pres">
      <dgm:prSet presAssocID="{23A91FFA-4964-4A5C-BD14-EB4654C5A10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ubtitles"/>
        </a:ext>
      </dgm:extLst>
    </dgm:pt>
    <dgm:pt modelId="{ABFDEAA4-3A53-485E-B3C0-7617782E1243}" type="pres">
      <dgm:prSet presAssocID="{23A91FFA-4964-4A5C-BD14-EB4654C5A107}" presName="spaceRect" presStyleCnt="0"/>
      <dgm:spPr/>
    </dgm:pt>
    <dgm:pt modelId="{28B4D19B-3110-498C-93F2-6D86B6171751}" type="pres">
      <dgm:prSet presAssocID="{23A91FFA-4964-4A5C-BD14-EB4654C5A107}" presName="parTx" presStyleLbl="revTx" presStyleIdx="1" presStyleCnt="2">
        <dgm:presLayoutVars>
          <dgm:chMax val="0"/>
          <dgm:chPref val="0"/>
        </dgm:presLayoutVars>
      </dgm:prSet>
      <dgm:spPr/>
    </dgm:pt>
  </dgm:ptLst>
  <dgm:cxnLst>
    <dgm:cxn modelId="{6115281B-D1F6-4CF7-A728-272FAD613387}" type="presOf" srcId="{640FE665-C93D-4A6F-A378-FDD3AD9034A9}" destId="{F791ACF1-8B64-4B0A-8A3E-1039F4C7981A}" srcOrd="0" destOrd="0" presId="urn:microsoft.com/office/officeart/2018/2/layout/IconVerticalSolidList"/>
    <dgm:cxn modelId="{F8AC7232-D59F-4AED-82B5-53857F784CFC}" type="presOf" srcId="{2BAAFAA0-F0FD-4B53-B3A1-B23662308DB3}" destId="{D062D782-9175-445E-8C69-3630106763DE}" srcOrd="0" destOrd="0" presId="urn:microsoft.com/office/officeart/2018/2/layout/IconVerticalSolidList"/>
    <dgm:cxn modelId="{EC2E2D60-2632-4052-A666-2D1B9190D79B}" srcId="{2BAAFAA0-F0FD-4B53-B3A1-B23662308DB3}" destId="{640FE665-C93D-4A6F-A378-FDD3AD9034A9}" srcOrd="0" destOrd="0" parTransId="{210C6F3E-0FE1-45B2-B792-FD01D58AA462}" sibTransId="{12F1974C-5692-4D0D-8FDF-2C9ACD7E511C}"/>
    <dgm:cxn modelId="{3E805D9E-B4E2-4EB4-BEB5-4A0E81793F9A}" type="presOf" srcId="{23A91FFA-4964-4A5C-BD14-EB4654C5A107}" destId="{28B4D19B-3110-498C-93F2-6D86B6171751}" srcOrd="0" destOrd="0" presId="urn:microsoft.com/office/officeart/2018/2/layout/IconVerticalSolidList"/>
    <dgm:cxn modelId="{A64059CD-E03A-4A4A-92C9-3749254596BA}" srcId="{2BAAFAA0-F0FD-4B53-B3A1-B23662308DB3}" destId="{23A91FFA-4964-4A5C-BD14-EB4654C5A107}" srcOrd="1" destOrd="0" parTransId="{52C99C1F-1872-43F2-B6BC-CE4A5BE2CC79}" sibTransId="{9F25A7AA-DAFF-4053-B62F-9457B310E4DA}"/>
    <dgm:cxn modelId="{828AED58-CC1F-496D-AF72-66273A1055D6}" type="presParOf" srcId="{D062D782-9175-445E-8C69-3630106763DE}" destId="{214FBB2D-9652-489C-9A08-61A00723B3D3}" srcOrd="0" destOrd="0" presId="urn:microsoft.com/office/officeart/2018/2/layout/IconVerticalSolidList"/>
    <dgm:cxn modelId="{231D92B2-B8ED-444C-BD00-500F6D500FE3}" type="presParOf" srcId="{214FBB2D-9652-489C-9A08-61A00723B3D3}" destId="{47D1E8E2-2547-406C-BD52-FD0F70A80426}" srcOrd="0" destOrd="0" presId="urn:microsoft.com/office/officeart/2018/2/layout/IconVerticalSolidList"/>
    <dgm:cxn modelId="{9838BFC0-FD2A-407F-82BF-B44FC3172533}" type="presParOf" srcId="{214FBB2D-9652-489C-9A08-61A00723B3D3}" destId="{AB8170AD-0AD9-4C45-9E58-4E75F9F0D7D1}" srcOrd="1" destOrd="0" presId="urn:microsoft.com/office/officeart/2018/2/layout/IconVerticalSolidList"/>
    <dgm:cxn modelId="{CA074026-387D-4FF9-89B4-2DD260360606}" type="presParOf" srcId="{214FBB2D-9652-489C-9A08-61A00723B3D3}" destId="{45BD504A-B8B8-4A98-BC44-F02B955136B2}" srcOrd="2" destOrd="0" presId="urn:microsoft.com/office/officeart/2018/2/layout/IconVerticalSolidList"/>
    <dgm:cxn modelId="{FA541528-AFB5-4EC5-A004-271E9E5972E4}" type="presParOf" srcId="{214FBB2D-9652-489C-9A08-61A00723B3D3}" destId="{F791ACF1-8B64-4B0A-8A3E-1039F4C7981A}" srcOrd="3" destOrd="0" presId="urn:microsoft.com/office/officeart/2018/2/layout/IconVerticalSolidList"/>
    <dgm:cxn modelId="{43E6A3A4-AB53-4578-8576-6B96F7CCE724}" type="presParOf" srcId="{D062D782-9175-445E-8C69-3630106763DE}" destId="{D9DB3386-EC1F-48D4-A62D-7B71C8AB596B}" srcOrd="1" destOrd="0" presId="urn:microsoft.com/office/officeart/2018/2/layout/IconVerticalSolidList"/>
    <dgm:cxn modelId="{CDCBA5CE-8389-4CC0-AE50-FE3A091E4FDF}" type="presParOf" srcId="{D062D782-9175-445E-8C69-3630106763DE}" destId="{F6A29DDF-0844-45F3-8E30-E3830ACB00D4}" srcOrd="2" destOrd="0" presId="urn:microsoft.com/office/officeart/2018/2/layout/IconVerticalSolidList"/>
    <dgm:cxn modelId="{F542CB51-936B-47DC-AA76-416B94DD6052}" type="presParOf" srcId="{F6A29DDF-0844-45F3-8E30-E3830ACB00D4}" destId="{9AAB89F5-DD06-4221-A9F8-47EDA8E93C27}" srcOrd="0" destOrd="0" presId="urn:microsoft.com/office/officeart/2018/2/layout/IconVerticalSolidList"/>
    <dgm:cxn modelId="{F48A1DD2-51B4-407B-8AF8-0299C261C345}" type="presParOf" srcId="{F6A29DDF-0844-45F3-8E30-E3830ACB00D4}" destId="{E93CA919-7DD8-4194-B023-959652CC5A4B}" srcOrd="1" destOrd="0" presId="urn:microsoft.com/office/officeart/2018/2/layout/IconVerticalSolidList"/>
    <dgm:cxn modelId="{42BEC5D8-D548-4A54-AC5C-F6C4AB5A97A3}" type="presParOf" srcId="{F6A29DDF-0844-45F3-8E30-E3830ACB00D4}" destId="{ABFDEAA4-3A53-485E-B3C0-7617782E1243}" srcOrd="2" destOrd="0" presId="urn:microsoft.com/office/officeart/2018/2/layout/IconVerticalSolidList"/>
    <dgm:cxn modelId="{91C8E00A-AC67-4859-8D68-68518CF78875}" type="presParOf" srcId="{F6A29DDF-0844-45F3-8E30-E3830ACB00D4}" destId="{28B4D19B-3110-498C-93F2-6D86B617175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6ED0D41-6B5F-4040-8CDA-9857199F911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4CCEA38-BAFC-42F6-A161-DE06029EEBDE}">
      <dgm:prSet/>
      <dgm:spPr/>
      <dgm:t>
        <a:bodyPr/>
        <a:lstStyle/>
        <a:p>
          <a:pPr>
            <a:lnSpc>
              <a:spcPct val="100000"/>
            </a:lnSpc>
          </a:pPr>
          <a:r>
            <a:rPr lang="en-US"/>
            <a:t>useEffect()</a:t>
          </a:r>
        </a:p>
      </dgm:t>
    </dgm:pt>
    <dgm:pt modelId="{4ACD9174-E9A3-4CD1-BD25-C4A775B3DCFF}" type="parTrans" cxnId="{DF16EAC5-97F1-46EE-B4F8-994DD45D6155}">
      <dgm:prSet/>
      <dgm:spPr/>
      <dgm:t>
        <a:bodyPr/>
        <a:lstStyle/>
        <a:p>
          <a:endParaRPr lang="en-US"/>
        </a:p>
      </dgm:t>
    </dgm:pt>
    <dgm:pt modelId="{D99FE5F7-7D96-4355-BCBA-BEEB47E1F413}" type="sibTrans" cxnId="{DF16EAC5-97F1-46EE-B4F8-994DD45D6155}">
      <dgm:prSet/>
      <dgm:spPr/>
      <dgm:t>
        <a:bodyPr/>
        <a:lstStyle/>
        <a:p>
          <a:endParaRPr lang="en-US"/>
        </a:p>
      </dgm:t>
    </dgm:pt>
    <dgm:pt modelId="{F3BDE53A-BDB2-4E0D-8E94-FD01356825D9}">
      <dgm:prSet/>
      <dgm:spPr/>
      <dgm:t>
        <a:bodyPr/>
        <a:lstStyle/>
        <a:p>
          <a:pPr>
            <a:lnSpc>
              <a:spcPct val="100000"/>
            </a:lnSpc>
          </a:pPr>
          <a:r>
            <a:rPr lang="en-US"/>
            <a:t>useState()</a:t>
          </a:r>
        </a:p>
      </dgm:t>
    </dgm:pt>
    <dgm:pt modelId="{17EC1EDF-F60A-426E-BC44-BBED8083E9AC}" type="parTrans" cxnId="{03BB8275-ADC7-4783-AB88-A90D88F9E966}">
      <dgm:prSet/>
      <dgm:spPr/>
      <dgm:t>
        <a:bodyPr/>
        <a:lstStyle/>
        <a:p>
          <a:endParaRPr lang="en-US"/>
        </a:p>
      </dgm:t>
    </dgm:pt>
    <dgm:pt modelId="{58CA1496-1B16-4BA6-A7F0-DE6957725D26}" type="sibTrans" cxnId="{03BB8275-ADC7-4783-AB88-A90D88F9E966}">
      <dgm:prSet/>
      <dgm:spPr/>
      <dgm:t>
        <a:bodyPr/>
        <a:lstStyle/>
        <a:p>
          <a:endParaRPr lang="en-US"/>
        </a:p>
      </dgm:t>
    </dgm:pt>
    <dgm:pt modelId="{3A917798-EECC-4737-80AD-3E51ACE5CB44}" type="pres">
      <dgm:prSet presAssocID="{66ED0D41-6B5F-4040-8CDA-9857199F911D}" presName="root" presStyleCnt="0">
        <dgm:presLayoutVars>
          <dgm:dir/>
          <dgm:resizeHandles val="exact"/>
        </dgm:presLayoutVars>
      </dgm:prSet>
      <dgm:spPr/>
    </dgm:pt>
    <dgm:pt modelId="{7F8A8FD0-ED6F-4F96-B10A-83773E8D11E8}" type="pres">
      <dgm:prSet presAssocID="{24CCEA38-BAFC-42F6-A161-DE06029EEBDE}" presName="compNode" presStyleCnt="0"/>
      <dgm:spPr/>
    </dgm:pt>
    <dgm:pt modelId="{B6C279A5-D839-4E20-866A-CEB8305B8C4F}" type="pres">
      <dgm:prSet presAssocID="{24CCEA38-BAFC-42F6-A161-DE06029EEBDE}" presName="bgRect" presStyleLbl="bgShp" presStyleIdx="0" presStyleCnt="2"/>
      <dgm:spPr/>
    </dgm:pt>
    <dgm:pt modelId="{23113068-55EA-4D52-8876-45249C4EF6AB}" type="pres">
      <dgm:prSet presAssocID="{24CCEA38-BAFC-42F6-A161-DE06029EEBD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ubtitles"/>
        </a:ext>
      </dgm:extLst>
    </dgm:pt>
    <dgm:pt modelId="{C02E0FE9-6836-4BA5-8F8F-10F1A9470D8D}" type="pres">
      <dgm:prSet presAssocID="{24CCEA38-BAFC-42F6-A161-DE06029EEBDE}" presName="spaceRect" presStyleCnt="0"/>
      <dgm:spPr/>
    </dgm:pt>
    <dgm:pt modelId="{17FED7EA-32C4-47AF-B668-1EAB8B4A4AB8}" type="pres">
      <dgm:prSet presAssocID="{24CCEA38-BAFC-42F6-A161-DE06029EEBDE}" presName="parTx" presStyleLbl="revTx" presStyleIdx="0" presStyleCnt="2">
        <dgm:presLayoutVars>
          <dgm:chMax val="0"/>
          <dgm:chPref val="0"/>
        </dgm:presLayoutVars>
      </dgm:prSet>
      <dgm:spPr/>
    </dgm:pt>
    <dgm:pt modelId="{C5F5499E-13A1-4280-A5DF-A66EF79F52ED}" type="pres">
      <dgm:prSet presAssocID="{D99FE5F7-7D96-4355-BCBA-BEEB47E1F413}" presName="sibTrans" presStyleCnt="0"/>
      <dgm:spPr/>
    </dgm:pt>
    <dgm:pt modelId="{76F07616-C1E7-497E-9D15-68A52295C30E}" type="pres">
      <dgm:prSet presAssocID="{F3BDE53A-BDB2-4E0D-8E94-FD01356825D9}" presName="compNode" presStyleCnt="0"/>
      <dgm:spPr/>
    </dgm:pt>
    <dgm:pt modelId="{0E3D5D83-7CC5-461E-AFCA-93937E56FB64}" type="pres">
      <dgm:prSet presAssocID="{F3BDE53A-BDB2-4E0D-8E94-FD01356825D9}" presName="bgRect" presStyleLbl="bgShp" presStyleIdx="1" presStyleCnt="2"/>
      <dgm:spPr/>
    </dgm:pt>
    <dgm:pt modelId="{D19F44FB-0E19-4D36-B510-7497B5C2833D}" type="pres">
      <dgm:prSet presAssocID="{F3BDE53A-BDB2-4E0D-8E94-FD01356825D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lloon Animal"/>
        </a:ext>
      </dgm:extLst>
    </dgm:pt>
    <dgm:pt modelId="{29C1D4D1-42BF-403A-AF2C-888C4E5B7CBD}" type="pres">
      <dgm:prSet presAssocID="{F3BDE53A-BDB2-4E0D-8E94-FD01356825D9}" presName="spaceRect" presStyleCnt="0"/>
      <dgm:spPr/>
    </dgm:pt>
    <dgm:pt modelId="{03534728-B067-4D6B-AC70-168E7831431D}" type="pres">
      <dgm:prSet presAssocID="{F3BDE53A-BDB2-4E0D-8E94-FD01356825D9}" presName="parTx" presStyleLbl="revTx" presStyleIdx="1" presStyleCnt="2">
        <dgm:presLayoutVars>
          <dgm:chMax val="0"/>
          <dgm:chPref val="0"/>
        </dgm:presLayoutVars>
      </dgm:prSet>
      <dgm:spPr/>
    </dgm:pt>
  </dgm:ptLst>
  <dgm:cxnLst>
    <dgm:cxn modelId="{E89C5A37-CC49-4293-98CE-3343BCA3FC74}" type="presOf" srcId="{66ED0D41-6B5F-4040-8CDA-9857199F911D}" destId="{3A917798-EECC-4737-80AD-3E51ACE5CB44}" srcOrd="0" destOrd="0" presId="urn:microsoft.com/office/officeart/2018/2/layout/IconVerticalSolidList"/>
    <dgm:cxn modelId="{03BB8275-ADC7-4783-AB88-A90D88F9E966}" srcId="{66ED0D41-6B5F-4040-8CDA-9857199F911D}" destId="{F3BDE53A-BDB2-4E0D-8E94-FD01356825D9}" srcOrd="1" destOrd="0" parTransId="{17EC1EDF-F60A-426E-BC44-BBED8083E9AC}" sibTransId="{58CA1496-1B16-4BA6-A7F0-DE6957725D26}"/>
    <dgm:cxn modelId="{DF16EAC5-97F1-46EE-B4F8-994DD45D6155}" srcId="{66ED0D41-6B5F-4040-8CDA-9857199F911D}" destId="{24CCEA38-BAFC-42F6-A161-DE06029EEBDE}" srcOrd="0" destOrd="0" parTransId="{4ACD9174-E9A3-4CD1-BD25-C4A775B3DCFF}" sibTransId="{D99FE5F7-7D96-4355-BCBA-BEEB47E1F413}"/>
    <dgm:cxn modelId="{8E7D10E0-35CE-4BD8-959E-A6326C30A2B6}" type="presOf" srcId="{24CCEA38-BAFC-42F6-A161-DE06029EEBDE}" destId="{17FED7EA-32C4-47AF-B668-1EAB8B4A4AB8}" srcOrd="0" destOrd="0" presId="urn:microsoft.com/office/officeart/2018/2/layout/IconVerticalSolidList"/>
    <dgm:cxn modelId="{4A62ADEB-94E7-4C7C-B3F0-84345073D9CB}" type="presOf" srcId="{F3BDE53A-BDB2-4E0D-8E94-FD01356825D9}" destId="{03534728-B067-4D6B-AC70-168E7831431D}" srcOrd="0" destOrd="0" presId="urn:microsoft.com/office/officeart/2018/2/layout/IconVerticalSolidList"/>
    <dgm:cxn modelId="{E4796575-4B49-4D84-92C4-924777AC7407}" type="presParOf" srcId="{3A917798-EECC-4737-80AD-3E51ACE5CB44}" destId="{7F8A8FD0-ED6F-4F96-B10A-83773E8D11E8}" srcOrd="0" destOrd="0" presId="urn:microsoft.com/office/officeart/2018/2/layout/IconVerticalSolidList"/>
    <dgm:cxn modelId="{38AF710F-B530-462D-8957-28695D781B58}" type="presParOf" srcId="{7F8A8FD0-ED6F-4F96-B10A-83773E8D11E8}" destId="{B6C279A5-D839-4E20-866A-CEB8305B8C4F}" srcOrd="0" destOrd="0" presId="urn:microsoft.com/office/officeart/2018/2/layout/IconVerticalSolidList"/>
    <dgm:cxn modelId="{397A8DC8-5F8C-4408-9F67-F0A14F42AFD5}" type="presParOf" srcId="{7F8A8FD0-ED6F-4F96-B10A-83773E8D11E8}" destId="{23113068-55EA-4D52-8876-45249C4EF6AB}" srcOrd="1" destOrd="0" presId="urn:microsoft.com/office/officeart/2018/2/layout/IconVerticalSolidList"/>
    <dgm:cxn modelId="{4143165A-408C-4899-8868-057927141CB9}" type="presParOf" srcId="{7F8A8FD0-ED6F-4F96-B10A-83773E8D11E8}" destId="{C02E0FE9-6836-4BA5-8F8F-10F1A9470D8D}" srcOrd="2" destOrd="0" presId="urn:microsoft.com/office/officeart/2018/2/layout/IconVerticalSolidList"/>
    <dgm:cxn modelId="{E57B156C-85E4-466C-A229-0E6F8722D112}" type="presParOf" srcId="{7F8A8FD0-ED6F-4F96-B10A-83773E8D11E8}" destId="{17FED7EA-32C4-47AF-B668-1EAB8B4A4AB8}" srcOrd="3" destOrd="0" presId="urn:microsoft.com/office/officeart/2018/2/layout/IconVerticalSolidList"/>
    <dgm:cxn modelId="{FA41ED99-F78E-4EF5-8BB4-8DECF826EF0C}" type="presParOf" srcId="{3A917798-EECC-4737-80AD-3E51ACE5CB44}" destId="{C5F5499E-13A1-4280-A5DF-A66EF79F52ED}" srcOrd="1" destOrd="0" presId="urn:microsoft.com/office/officeart/2018/2/layout/IconVerticalSolidList"/>
    <dgm:cxn modelId="{BEAFA5C9-83BC-4D77-940A-716A5219EAF8}" type="presParOf" srcId="{3A917798-EECC-4737-80AD-3E51ACE5CB44}" destId="{76F07616-C1E7-497E-9D15-68A52295C30E}" srcOrd="2" destOrd="0" presId="urn:microsoft.com/office/officeart/2018/2/layout/IconVerticalSolidList"/>
    <dgm:cxn modelId="{12D5886F-B391-420F-8564-908B206264B9}" type="presParOf" srcId="{76F07616-C1E7-497E-9D15-68A52295C30E}" destId="{0E3D5D83-7CC5-461E-AFCA-93937E56FB64}" srcOrd="0" destOrd="0" presId="urn:microsoft.com/office/officeart/2018/2/layout/IconVerticalSolidList"/>
    <dgm:cxn modelId="{A01BA597-D6D5-4471-AF22-9A4E1AEDE9E1}" type="presParOf" srcId="{76F07616-C1E7-497E-9D15-68A52295C30E}" destId="{D19F44FB-0E19-4D36-B510-7497B5C2833D}" srcOrd="1" destOrd="0" presId="urn:microsoft.com/office/officeart/2018/2/layout/IconVerticalSolidList"/>
    <dgm:cxn modelId="{3A1BAB79-01C1-44D4-9A86-B1E7FB84AFEE}" type="presParOf" srcId="{76F07616-C1E7-497E-9D15-68A52295C30E}" destId="{29C1D4D1-42BF-403A-AF2C-888C4E5B7CBD}" srcOrd="2" destOrd="0" presId="urn:microsoft.com/office/officeart/2018/2/layout/IconVerticalSolidList"/>
    <dgm:cxn modelId="{C7EBAA41-1FF6-4D90-BF4C-607D42200534}" type="presParOf" srcId="{76F07616-C1E7-497E-9D15-68A52295C30E}" destId="{03534728-B067-4D6B-AC70-168E7831431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D3C6270-D3B3-46F6-8592-92808EC6C27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EE6F815-3986-4516-9DCA-C35E942352A7}">
      <dgm:prSet/>
      <dgm:spPr/>
      <dgm:t>
        <a:bodyPr/>
        <a:lstStyle/>
        <a:p>
          <a:r>
            <a:rPr lang="en-US" b="1" i="0"/>
            <a:t>Avoid Heavy Computations in render Method</a:t>
          </a:r>
          <a:r>
            <a:rPr lang="en-US" b="0" i="0"/>
            <a:t>: Offload heavy calculations to lifecycle methods to avoid unnecessary re-renders.</a:t>
          </a:r>
          <a:endParaRPr lang="en-US"/>
        </a:p>
      </dgm:t>
    </dgm:pt>
    <dgm:pt modelId="{841BE0C5-81A6-4569-8497-A49723D103F2}" type="parTrans" cxnId="{0D6D4D3A-BE20-4524-80E4-BB02D1300984}">
      <dgm:prSet/>
      <dgm:spPr/>
      <dgm:t>
        <a:bodyPr/>
        <a:lstStyle/>
        <a:p>
          <a:endParaRPr lang="en-US"/>
        </a:p>
      </dgm:t>
    </dgm:pt>
    <dgm:pt modelId="{7F1386B4-3166-4E54-A2CB-543FBDF16710}" type="sibTrans" cxnId="{0D6D4D3A-BE20-4524-80E4-BB02D1300984}">
      <dgm:prSet/>
      <dgm:spPr/>
      <dgm:t>
        <a:bodyPr/>
        <a:lstStyle/>
        <a:p>
          <a:endParaRPr lang="en-US"/>
        </a:p>
      </dgm:t>
    </dgm:pt>
    <dgm:pt modelId="{9D8972E4-35B0-4230-8DAD-E3A72DE0B8D9}">
      <dgm:prSet/>
      <dgm:spPr/>
      <dgm:t>
        <a:bodyPr/>
        <a:lstStyle/>
        <a:p>
          <a:r>
            <a:rPr lang="en-US" b="1" i="0"/>
            <a:t>Use componentDidMount for API Calls</a:t>
          </a:r>
          <a:r>
            <a:rPr lang="en-US" b="0" i="0"/>
            <a:t>: Fetching data in this method ensures that the component has mounted before attempting network requests.</a:t>
          </a:r>
          <a:endParaRPr lang="en-US"/>
        </a:p>
      </dgm:t>
    </dgm:pt>
    <dgm:pt modelId="{6CC8694E-A4FA-40E1-B876-EAECAB942C80}" type="parTrans" cxnId="{BD149F5B-6E4C-4961-BEDA-81D9DC744463}">
      <dgm:prSet/>
      <dgm:spPr/>
      <dgm:t>
        <a:bodyPr/>
        <a:lstStyle/>
        <a:p>
          <a:endParaRPr lang="en-US"/>
        </a:p>
      </dgm:t>
    </dgm:pt>
    <dgm:pt modelId="{A788CF0E-6D2F-48C9-8390-A4A2E1A1B080}" type="sibTrans" cxnId="{BD149F5B-6E4C-4961-BEDA-81D9DC744463}">
      <dgm:prSet/>
      <dgm:spPr/>
      <dgm:t>
        <a:bodyPr/>
        <a:lstStyle/>
        <a:p>
          <a:endParaRPr lang="en-US"/>
        </a:p>
      </dgm:t>
    </dgm:pt>
    <dgm:pt modelId="{32FA0EC3-DC91-497D-A791-55E74C44886D}">
      <dgm:prSet/>
      <dgm:spPr/>
      <dgm:t>
        <a:bodyPr/>
        <a:lstStyle/>
        <a:p>
          <a:r>
            <a:rPr lang="en-US" b="1" i="0"/>
            <a:t>Optimize Child Components</a:t>
          </a:r>
          <a:r>
            <a:rPr lang="en-US" b="0" i="0"/>
            <a:t>: Utilize React.memo or PureComponent for functional and class components, respectively.</a:t>
          </a:r>
          <a:endParaRPr lang="en-US"/>
        </a:p>
      </dgm:t>
    </dgm:pt>
    <dgm:pt modelId="{1C6789AF-EEE7-457F-A76E-9CBD2CA32298}" type="parTrans" cxnId="{71C1B9B1-FA8C-4881-B28E-4EE114DF7FB8}">
      <dgm:prSet/>
      <dgm:spPr/>
      <dgm:t>
        <a:bodyPr/>
        <a:lstStyle/>
        <a:p>
          <a:endParaRPr lang="en-US"/>
        </a:p>
      </dgm:t>
    </dgm:pt>
    <dgm:pt modelId="{E2D37EB1-CA0F-41D2-8FDE-2EADC1C23BA9}" type="sibTrans" cxnId="{71C1B9B1-FA8C-4881-B28E-4EE114DF7FB8}">
      <dgm:prSet/>
      <dgm:spPr/>
      <dgm:t>
        <a:bodyPr/>
        <a:lstStyle/>
        <a:p>
          <a:endParaRPr lang="en-US"/>
        </a:p>
      </dgm:t>
    </dgm:pt>
    <dgm:pt modelId="{C1152D06-B52D-4C9F-9A4C-2A30B6449EB4}">
      <dgm:prSet/>
      <dgm:spPr/>
      <dgm:t>
        <a:bodyPr/>
        <a:lstStyle/>
        <a:p>
          <a:r>
            <a:rPr lang="en-US" b="1" i="0"/>
            <a:t>Cleanup in componentWillUnmount</a:t>
          </a:r>
          <a:r>
            <a:rPr lang="en-US" b="0" i="0"/>
            <a:t>: Always remove event listeners, cancel network requests, and invalidate timers before a component unmounts.</a:t>
          </a:r>
          <a:endParaRPr lang="en-US"/>
        </a:p>
      </dgm:t>
    </dgm:pt>
    <dgm:pt modelId="{50837DFC-D92B-434F-9245-57DA83C81F9B}" type="parTrans" cxnId="{6DDF9F33-BAF4-48EC-960A-5949CFAF9EF9}">
      <dgm:prSet/>
      <dgm:spPr/>
      <dgm:t>
        <a:bodyPr/>
        <a:lstStyle/>
        <a:p>
          <a:endParaRPr lang="en-US"/>
        </a:p>
      </dgm:t>
    </dgm:pt>
    <dgm:pt modelId="{CF69A6B7-C340-4A20-B7C5-63378A0FDF33}" type="sibTrans" cxnId="{6DDF9F33-BAF4-48EC-960A-5949CFAF9EF9}">
      <dgm:prSet/>
      <dgm:spPr/>
      <dgm:t>
        <a:bodyPr/>
        <a:lstStyle/>
        <a:p>
          <a:endParaRPr lang="en-US"/>
        </a:p>
      </dgm:t>
    </dgm:pt>
    <dgm:pt modelId="{537EBC0A-6AFC-4155-A2A3-95CD43368417}" type="pres">
      <dgm:prSet presAssocID="{5D3C6270-D3B3-46F6-8592-92808EC6C27F}" presName="root" presStyleCnt="0">
        <dgm:presLayoutVars>
          <dgm:dir/>
          <dgm:resizeHandles val="exact"/>
        </dgm:presLayoutVars>
      </dgm:prSet>
      <dgm:spPr/>
    </dgm:pt>
    <dgm:pt modelId="{92BE5913-3199-4734-A3FC-80E2B2FC2DBC}" type="pres">
      <dgm:prSet presAssocID="{4EE6F815-3986-4516-9DCA-C35E942352A7}" presName="compNode" presStyleCnt="0"/>
      <dgm:spPr/>
    </dgm:pt>
    <dgm:pt modelId="{0CB28CDD-424D-4B7E-9A32-7A9D39626B3F}" type="pres">
      <dgm:prSet presAssocID="{4EE6F815-3986-4516-9DCA-C35E942352A7}" presName="bgRect" presStyleLbl="bgShp" presStyleIdx="0" presStyleCnt="4"/>
      <dgm:spPr/>
    </dgm:pt>
    <dgm:pt modelId="{01A86A7B-495D-41D8-9927-D70E021C5511}" type="pres">
      <dgm:prSet presAssocID="{4EE6F815-3986-4516-9DCA-C35E942352A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ze"/>
        </a:ext>
      </dgm:extLst>
    </dgm:pt>
    <dgm:pt modelId="{341680E1-D863-42CC-8B69-C7AB762A2E0B}" type="pres">
      <dgm:prSet presAssocID="{4EE6F815-3986-4516-9DCA-C35E942352A7}" presName="spaceRect" presStyleCnt="0"/>
      <dgm:spPr/>
    </dgm:pt>
    <dgm:pt modelId="{3BAB1C8B-D920-4C7D-94C7-6D8BA1C54010}" type="pres">
      <dgm:prSet presAssocID="{4EE6F815-3986-4516-9DCA-C35E942352A7}" presName="parTx" presStyleLbl="revTx" presStyleIdx="0" presStyleCnt="4">
        <dgm:presLayoutVars>
          <dgm:chMax val="0"/>
          <dgm:chPref val="0"/>
        </dgm:presLayoutVars>
      </dgm:prSet>
      <dgm:spPr/>
    </dgm:pt>
    <dgm:pt modelId="{886CD5C4-58B1-49CF-93FC-04D33E1DFE47}" type="pres">
      <dgm:prSet presAssocID="{7F1386B4-3166-4E54-A2CB-543FBDF16710}" presName="sibTrans" presStyleCnt="0"/>
      <dgm:spPr/>
    </dgm:pt>
    <dgm:pt modelId="{F826256D-2087-4F78-BF35-2CE8CBD931C8}" type="pres">
      <dgm:prSet presAssocID="{9D8972E4-35B0-4230-8DAD-E3A72DE0B8D9}" presName="compNode" presStyleCnt="0"/>
      <dgm:spPr/>
    </dgm:pt>
    <dgm:pt modelId="{00181292-A97F-4C0B-B37A-8B81321CD8F6}" type="pres">
      <dgm:prSet presAssocID="{9D8972E4-35B0-4230-8DAD-E3A72DE0B8D9}" presName="bgRect" presStyleLbl="bgShp" presStyleIdx="1" presStyleCnt="4"/>
      <dgm:spPr/>
    </dgm:pt>
    <dgm:pt modelId="{351BE2F2-7956-4502-B97A-097FAE20C952}" type="pres">
      <dgm:prSet presAssocID="{9D8972E4-35B0-4230-8DAD-E3A72DE0B8D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94A4B8BF-4664-4F93-98A7-67C09466D202}" type="pres">
      <dgm:prSet presAssocID="{9D8972E4-35B0-4230-8DAD-E3A72DE0B8D9}" presName="spaceRect" presStyleCnt="0"/>
      <dgm:spPr/>
    </dgm:pt>
    <dgm:pt modelId="{880244D1-6BD5-4CAA-98EE-B98AC2588351}" type="pres">
      <dgm:prSet presAssocID="{9D8972E4-35B0-4230-8DAD-E3A72DE0B8D9}" presName="parTx" presStyleLbl="revTx" presStyleIdx="1" presStyleCnt="4">
        <dgm:presLayoutVars>
          <dgm:chMax val="0"/>
          <dgm:chPref val="0"/>
        </dgm:presLayoutVars>
      </dgm:prSet>
      <dgm:spPr/>
    </dgm:pt>
    <dgm:pt modelId="{9235D3EF-8B68-4B07-A1A8-F4C42E2FB48C}" type="pres">
      <dgm:prSet presAssocID="{A788CF0E-6D2F-48C9-8390-A4A2E1A1B080}" presName="sibTrans" presStyleCnt="0"/>
      <dgm:spPr/>
    </dgm:pt>
    <dgm:pt modelId="{EF8AF24E-96C5-409D-A37D-83A6D13D7FC2}" type="pres">
      <dgm:prSet presAssocID="{32FA0EC3-DC91-497D-A791-55E74C44886D}" presName="compNode" presStyleCnt="0"/>
      <dgm:spPr/>
    </dgm:pt>
    <dgm:pt modelId="{1FEF601B-54A1-4539-BA20-18E6429F5DD0}" type="pres">
      <dgm:prSet presAssocID="{32FA0EC3-DC91-497D-A791-55E74C44886D}" presName="bgRect" presStyleLbl="bgShp" presStyleIdx="2" presStyleCnt="4"/>
      <dgm:spPr/>
    </dgm:pt>
    <dgm:pt modelId="{B414422F-8F32-4A5E-9388-EC55DD9C31B5}" type="pres">
      <dgm:prSet presAssocID="{32FA0EC3-DC91-497D-A791-55E74C44886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D6DA2C75-604F-4629-B1C6-AB7A95A77A6D}" type="pres">
      <dgm:prSet presAssocID="{32FA0EC3-DC91-497D-A791-55E74C44886D}" presName="spaceRect" presStyleCnt="0"/>
      <dgm:spPr/>
    </dgm:pt>
    <dgm:pt modelId="{FC176844-59EF-4BFB-9771-B2BE5D8D5CE6}" type="pres">
      <dgm:prSet presAssocID="{32FA0EC3-DC91-497D-A791-55E74C44886D}" presName="parTx" presStyleLbl="revTx" presStyleIdx="2" presStyleCnt="4">
        <dgm:presLayoutVars>
          <dgm:chMax val="0"/>
          <dgm:chPref val="0"/>
        </dgm:presLayoutVars>
      </dgm:prSet>
      <dgm:spPr/>
    </dgm:pt>
    <dgm:pt modelId="{C5BE52FA-FDB5-4576-9D62-4365CE153FDE}" type="pres">
      <dgm:prSet presAssocID="{E2D37EB1-CA0F-41D2-8FDE-2EADC1C23BA9}" presName="sibTrans" presStyleCnt="0"/>
      <dgm:spPr/>
    </dgm:pt>
    <dgm:pt modelId="{F9F77192-7210-48C7-8E6D-A0979BEC8946}" type="pres">
      <dgm:prSet presAssocID="{C1152D06-B52D-4C9F-9A4C-2A30B6449EB4}" presName="compNode" presStyleCnt="0"/>
      <dgm:spPr/>
    </dgm:pt>
    <dgm:pt modelId="{032F76CC-5E0E-4F9B-A81B-B3E26CED801D}" type="pres">
      <dgm:prSet presAssocID="{C1152D06-B52D-4C9F-9A4C-2A30B6449EB4}" presName="bgRect" presStyleLbl="bgShp" presStyleIdx="3" presStyleCnt="4"/>
      <dgm:spPr/>
    </dgm:pt>
    <dgm:pt modelId="{7389A9B7-26DC-4815-A772-F7B82CBBB00B}" type="pres">
      <dgm:prSet presAssocID="{C1152D06-B52D-4C9F-9A4C-2A30B6449EB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ilter"/>
        </a:ext>
      </dgm:extLst>
    </dgm:pt>
    <dgm:pt modelId="{E0C315B5-9639-4036-A8C4-C8EA47D47FF3}" type="pres">
      <dgm:prSet presAssocID="{C1152D06-B52D-4C9F-9A4C-2A30B6449EB4}" presName="spaceRect" presStyleCnt="0"/>
      <dgm:spPr/>
    </dgm:pt>
    <dgm:pt modelId="{832E0C4A-CEC0-41BA-8D9C-F6A0D1DA5240}" type="pres">
      <dgm:prSet presAssocID="{C1152D06-B52D-4C9F-9A4C-2A30B6449EB4}" presName="parTx" presStyleLbl="revTx" presStyleIdx="3" presStyleCnt="4">
        <dgm:presLayoutVars>
          <dgm:chMax val="0"/>
          <dgm:chPref val="0"/>
        </dgm:presLayoutVars>
      </dgm:prSet>
      <dgm:spPr/>
    </dgm:pt>
  </dgm:ptLst>
  <dgm:cxnLst>
    <dgm:cxn modelId="{6DDF9F33-BAF4-48EC-960A-5949CFAF9EF9}" srcId="{5D3C6270-D3B3-46F6-8592-92808EC6C27F}" destId="{C1152D06-B52D-4C9F-9A4C-2A30B6449EB4}" srcOrd="3" destOrd="0" parTransId="{50837DFC-D92B-434F-9245-57DA83C81F9B}" sibTransId="{CF69A6B7-C340-4A20-B7C5-63378A0FDF33}"/>
    <dgm:cxn modelId="{0D6D4D3A-BE20-4524-80E4-BB02D1300984}" srcId="{5D3C6270-D3B3-46F6-8592-92808EC6C27F}" destId="{4EE6F815-3986-4516-9DCA-C35E942352A7}" srcOrd="0" destOrd="0" parTransId="{841BE0C5-81A6-4569-8497-A49723D103F2}" sibTransId="{7F1386B4-3166-4E54-A2CB-543FBDF16710}"/>
    <dgm:cxn modelId="{BD149F5B-6E4C-4961-BEDA-81D9DC744463}" srcId="{5D3C6270-D3B3-46F6-8592-92808EC6C27F}" destId="{9D8972E4-35B0-4230-8DAD-E3A72DE0B8D9}" srcOrd="1" destOrd="0" parTransId="{6CC8694E-A4FA-40E1-B876-EAECAB942C80}" sibTransId="{A788CF0E-6D2F-48C9-8390-A4A2E1A1B080}"/>
    <dgm:cxn modelId="{6AAE335D-D01D-4E22-B413-650B2D8B8BFB}" type="presOf" srcId="{32FA0EC3-DC91-497D-A791-55E74C44886D}" destId="{FC176844-59EF-4BFB-9771-B2BE5D8D5CE6}" srcOrd="0" destOrd="0" presId="urn:microsoft.com/office/officeart/2018/2/layout/IconVerticalSolidList"/>
    <dgm:cxn modelId="{B89C586B-A696-462C-8D05-0221F32D39D7}" type="presOf" srcId="{C1152D06-B52D-4C9F-9A4C-2A30B6449EB4}" destId="{832E0C4A-CEC0-41BA-8D9C-F6A0D1DA5240}" srcOrd="0" destOrd="0" presId="urn:microsoft.com/office/officeart/2018/2/layout/IconVerticalSolidList"/>
    <dgm:cxn modelId="{117FAC9A-9C9C-4AE4-B428-45459985B6A8}" type="presOf" srcId="{4EE6F815-3986-4516-9DCA-C35E942352A7}" destId="{3BAB1C8B-D920-4C7D-94C7-6D8BA1C54010}" srcOrd="0" destOrd="0" presId="urn:microsoft.com/office/officeart/2018/2/layout/IconVerticalSolidList"/>
    <dgm:cxn modelId="{8FAE60AC-14F4-4073-B210-23D7E75FCC0C}" type="presOf" srcId="{5D3C6270-D3B3-46F6-8592-92808EC6C27F}" destId="{537EBC0A-6AFC-4155-A2A3-95CD43368417}" srcOrd="0" destOrd="0" presId="urn:microsoft.com/office/officeart/2018/2/layout/IconVerticalSolidList"/>
    <dgm:cxn modelId="{71C1B9B1-FA8C-4881-B28E-4EE114DF7FB8}" srcId="{5D3C6270-D3B3-46F6-8592-92808EC6C27F}" destId="{32FA0EC3-DC91-497D-A791-55E74C44886D}" srcOrd="2" destOrd="0" parTransId="{1C6789AF-EEE7-457F-A76E-9CBD2CA32298}" sibTransId="{E2D37EB1-CA0F-41D2-8FDE-2EADC1C23BA9}"/>
    <dgm:cxn modelId="{364618F5-B937-4E04-A380-288CD6EE0C17}" type="presOf" srcId="{9D8972E4-35B0-4230-8DAD-E3A72DE0B8D9}" destId="{880244D1-6BD5-4CAA-98EE-B98AC2588351}" srcOrd="0" destOrd="0" presId="urn:microsoft.com/office/officeart/2018/2/layout/IconVerticalSolidList"/>
    <dgm:cxn modelId="{EA379D78-BBB5-4579-AC2F-66FBE93FA1E1}" type="presParOf" srcId="{537EBC0A-6AFC-4155-A2A3-95CD43368417}" destId="{92BE5913-3199-4734-A3FC-80E2B2FC2DBC}" srcOrd="0" destOrd="0" presId="urn:microsoft.com/office/officeart/2018/2/layout/IconVerticalSolidList"/>
    <dgm:cxn modelId="{C58CE41B-9D25-40F6-8936-65DB7174BBB2}" type="presParOf" srcId="{92BE5913-3199-4734-A3FC-80E2B2FC2DBC}" destId="{0CB28CDD-424D-4B7E-9A32-7A9D39626B3F}" srcOrd="0" destOrd="0" presId="urn:microsoft.com/office/officeart/2018/2/layout/IconVerticalSolidList"/>
    <dgm:cxn modelId="{27F4AC2E-73C6-4427-B7E3-B9C60BC754A0}" type="presParOf" srcId="{92BE5913-3199-4734-A3FC-80E2B2FC2DBC}" destId="{01A86A7B-495D-41D8-9927-D70E021C5511}" srcOrd="1" destOrd="0" presId="urn:microsoft.com/office/officeart/2018/2/layout/IconVerticalSolidList"/>
    <dgm:cxn modelId="{56899717-E3B6-4FDE-B372-D7DBD572EFEA}" type="presParOf" srcId="{92BE5913-3199-4734-A3FC-80E2B2FC2DBC}" destId="{341680E1-D863-42CC-8B69-C7AB762A2E0B}" srcOrd="2" destOrd="0" presId="urn:microsoft.com/office/officeart/2018/2/layout/IconVerticalSolidList"/>
    <dgm:cxn modelId="{986B7486-9F02-40DA-BEC5-3E967756CA1A}" type="presParOf" srcId="{92BE5913-3199-4734-A3FC-80E2B2FC2DBC}" destId="{3BAB1C8B-D920-4C7D-94C7-6D8BA1C54010}" srcOrd="3" destOrd="0" presId="urn:microsoft.com/office/officeart/2018/2/layout/IconVerticalSolidList"/>
    <dgm:cxn modelId="{CBDCEDDF-60B8-43D0-9472-D983AF6C1FB9}" type="presParOf" srcId="{537EBC0A-6AFC-4155-A2A3-95CD43368417}" destId="{886CD5C4-58B1-49CF-93FC-04D33E1DFE47}" srcOrd="1" destOrd="0" presId="urn:microsoft.com/office/officeart/2018/2/layout/IconVerticalSolidList"/>
    <dgm:cxn modelId="{A6A9489C-1FB4-4C42-89D1-0D217E166426}" type="presParOf" srcId="{537EBC0A-6AFC-4155-A2A3-95CD43368417}" destId="{F826256D-2087-4F78-BF35-2CE8CBD931C8}" srcOrd="2" destOrd="0" presId="urn:microsoft.com/office/officeart/2018/2/layout/IconVerticalSolidList"/>
    <dgm:cxn modelId="{62CB484D-C87E-4D48-AB7E-F64B4FE62411}" type="presParOf" srcId="{F826256D-2087-4F78-BF35-2CE8CBD931C8}" destId="{00181292-A97F-4C0B-B37A-8B81321CD8F6}" srcOrd="0" destOrd="0" presId="urn:microsoft.com/office/officeart/2018/2/layout/IconVerticalSolidList"/>
    <dgm:cxn modelId="{583539D4-960C-464D-8AE9-D2C87F80FE22}" type="presParOf" srcId="{F826256D-2087-4F78-BF35-2CE8CBD931C8}" destId="{351BE2F2-7956-4502-B97A-097FAE20C952}" srcOrd="1" destOrd="0" presId="urn:microsoft.com/office/officeart/2018/2/layout/IconVerticalSolidList"/>
    <dgm:cxn modelId="{EBD15E50-7AB0-48C3-BE97-06326BE13983}" type="presParOf" srcId="{F826256D-2087-4F78-BF35-2CE8CBD931C8}" destId="{94A4B8BF-4664-4F93-98A7-67C09466D202}" srcOrd="2" destOrd="0" presId="urn:microsoft.com/office/officeart/2018/2/layout/IconVerticalSolidList"/>
    <dgm:cxn modelId="{40150AD1-FE4F-4B68-9C64-469084110569}" type="presParOf" srcId="{F826256D-2087-4F78-BF35-2CE8CBD931C8}" destId="{880244D1-6BD5-4CAA-98EE-B98AC2588351}" srcOrd="3" destOrd="0" presId="urn:microsoft.com/office/officeart/2018/2/layout/IconVerticalSolidList"/>
    <dgm:cxn modelId="{1B36D518-FAF0-4E20-9322-CC92C5F49F86}" type="presParOf" srcId="{537EBC0A-6AFC-4155-A2A3-95CD43368417}" destId="{9235D3EF-8B68-4B07-A1A8-F4C42E2FB48C}" srcOrd="3" destOrd="0" presId="urn:microsoft.com/office/officeart/2018/2/layout/IconVerticalSolidList"/>
    <dgm:cxn modelId="{CD72839E-A6B9-46E2-AD0C-5AFB1DE90377}" type="presParOf" srcId="{537EBC0A-6AFC-4155-A2A3-95CD43368417}" destId="{EF8AF24E-96C5-409D-A37D-83A6D13D7FC2}" srcOrd="4" destOrd="0" presId="urn:microsoft.com/office/officeart/2018/2/layout/IconVerticalSolidList"/>
    <dgm:cxn modelId="{97746448-5420-461E-8C2A-76F00FDCC358}" type="presParOf" srcId="{EF8AF24E-96C5-409D-A37D-83A6D13D7FC2}" destId="{1FEF601B-54A1-4539-BA20-18E6429F5DD0}" srcOrd="0" destOrd="0" presId="urn:microsoft.com/office/officeart/2018/2/layout/IconVerticalSolidList"/>
    <dgm:cxn modelId="{D25C2B4E-0060-4437-BDBD-0B29429B72ED}" type="presParOf" srcId="{EF8AF24E-96C5-409D-A37D-83A6D13D7FC2}" destId="{B414422F-8F32-4A5E-9388-EC55DD9C31B5}" srcOrd="1" destOrd="0" presId="urn:microsoft.com/office/officeart/2018/2/layout/IconVerticalSolidList"/>
    <dgm:cxn modelId="{9BD4E670-F85A-4FF4-B037-6136286AFFCA}" type="presParOf" srcId="{EF8AF24E-96C5-409D-A37D-83A6D13D7FC2}" destId="{D6DA2C75-604F-4629-B1C6-AB7A95A77A6D}" srcOrd="2" destOrd="0" presId="urn:microsoft.com/office/officeart/2018/2/layout/IconVerticalSolidList"/>
    <dgm:cxn modelId="{BA9ED71F-0AFC-415E-9AE0-FE32F523B1DD}" type="presParOf" srcId="{EF8AF24E-96C5-409D-A37D-83A6D13D7FC2}" destId="{FC176844-59EF-4BFB-9771-B2BE5D8D5CE6}" srcOrd="3" destOrd="0" presId="urn:microsoft.com/office/officeart/2018/2/layout/IconVerticalSolidList"/>
    <dgm:cxn modelId="{9CF2E230-20E2-41CD-A5FB-C4C16DAA5BB3}" type="presParOf" srcId="{537EBC0A-6AFC-4155-A2A3-95CD43368417}" destId="{C5BE52FA-FDB5-4576-9D62-4365CE153FDE}" srcOrd="5" destOrd="0" presId="urn:microsoft.com/office/officeart/2018/2/layout/IconVerticalSolidList"/>
    <dgm:cxn modelId="{D29757BE-4321-4F4F-8469-B09977E73CAC}" type="presParOf" srcId="{537EBC0A-6AFC-4155-A2A3-95CD43368417}" destId="{F9F77192-7210-48C7-8E6D-A0979BEC8946}" srcOrd="6" destOrd="0" presId="urn:microsoft.com/office/officeart/2018/2/layout/IconVerticalSolidList"/>
    <dgm:cxn modelId="{B9C17C55-BFE0-4068-8CD7-62B701677AF7}" type="presParOf" srcId="{F9F77192-7210-48C7-8E6D-A0979BEC8946}" destId="{032F76CC-5E0E-4F9B-A81B-B3E26CED801D}" srcOrd="0" destOrd="0" presId="urn:microsoft.com/office/officeart/2018/2/layout/IconVerticalSolidList"/>
    <dgm:cxn modelId="{F5C0AB62-E01E-4F1E-80FD-8A80D0ED87D6}" type="presParOf" srcId="{F9F77192-7210-48C7-8E6D-A0979BEC8946}" destId="{7389A9B7-26DC-4815-A772-F7B82CBBB00B}" srcOrd="1" destOrd="0" presId="urn:microsoft.com/office/officeart/2018/2/layout/IconVerticalSolidList"/>
    <dgm:cxn modelId="{DE352589-0159-474D-BE0C-5DBEA3A6AE8B}" type="presParOf" srcId="{F9F77192-7210-48C7-8E6D-A0979BEC8946}" destId="{E0C315B5-9639-4036-A8C4-C8EA47D47FF3}" srcOrd="2" destOrd="0" presId="urn:microsoft.com/office/officeart/2018/2/layout/IconVerticalSolidList"/>
    <dgm:cxn modelId="{CE09B778-553D-477C-9AD7-488553DF55E7}" type="presParOf" srcId="{F9F77192-7210-48C7-8E6D-A0979BEC8946}" destId="{832E0C4A-CEC0-41BA-8D9C-F6A0D1DA524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1FE899D-4CB1-4F18-AE65-23CF220C68A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36F99C2-5F78-49A8-8D6C-7644B59A2413}">
      <dgm:prSet/>
      <dgm:spPr/>
      <dgm:t>
        <a:bodyPr/>
        <a:lstStyle/>
        <a:p>
          <a:pPr>
            <a:lnSpc>
              <a:spcPct val="100000"/>
            </a:lnSpc>
          </a:pPr>
          <a:r>
            <a:rPr lang="en-US"/>
            <a:t>JavaScript classes that extend React.Component</a:t>
          </a:r>
        </a:p>
      </dgm:t>
    </dgm:pt>
    <dgm:pt modelId="{9EB6E50D-85A0-4119-80B1-6F4725188368}" type="parTrans" cxnId="{067FE18B-9B59-4505-AA73-C08FB9EB3002}">
      <dgm:prSet/>
      <dgm:spPr/>
      <dgm:t>
        <a:bodyPr/>
        <a:lstStyle/>
        <a:p>
          <a:endParaRPr lang="en-US"/>
        </a:p>
      </dgm:t>
    </dgm:pt>
    <dgm:pt modelId="{9C945331-17FC-4E82-9A87-2616153A242F}" type="sibTrans" cxnId="{067FE18B-9B59-4505-AA73-C08FB9EB3002}">
      <dgm:prSet/>
      <dgm:spPr/>
      <dgm:t>
        <a:bodyPr/>
        <a:lstStyle/>
        <a:p>
          <a:endParaRPr lang="en-US"/>
        </a:p>
      </dgm:t>
    </dgm:pt>
    <dgm:pt modelId="{12B66BAE-38FA-4722-9DAC-33023BF9F021}">
      <dgm:prSet/>
      <dgm:spPr/>
      <dgm:t>
        <a:bodyPr/>
        <a:lstStyle/>
        <a:p>
          <a:pPr>
            <a:lnSpc>
              <a:spcPct val="100000"/>
            </a:lnSpc>
          </a:pPr>
          <a:r>
            <a:rPr lang="en-US"/>
            <a:t>Can hold and manage state.</a:t>
          </a:r>
        </a:p>
      </dgm:t>
    </dgm:pt>
    <dgm:pt modelId="{DE4B0926-86AC-4A39-9992-C4EF686CBE63}" type="parTrans" cxnId="{D3F5C09E-1647-4542-BB68-63F5C016FEC4}">
      <dgm:prSet/>
      <dgm:spPr/>
      <dgm:t>
        <a:bodyPr/>
        <a:lstStyle/>
        <a:p>
          <a:endParaRPr lang="en-US"/>
        </a:p>
      </dgm:t>
    </dgm:pt>
    <dgm:pt modelId="{A8FD91F2-044E-4E0D-A534-8AE2CB6F8963}" type="sibTrans" cxnId="{D3F5C09E-1647-4542-BB68-63F5C016FEC4}">
      <dgm:prSet/>
      <dgm:spPr/>
      <dgm:t>
        <a:bodyPr/>
        <a:lstStyle/>
        <a:p>
          <a:endParaRPr lang="en-US"/>
        </a:p>
      </dgm:t>
    </dgm:pt>
    <dgm:pt modelId="{7D4D8C6F-599E-4AE7-B9CA-35F73DDB512F}">
      <dgm:prSet/>
      <dgm:spPr/>
      <dgm:t>
        <a:bodyPr/>
        <a:lstStyle/>
        <a:p>
          <a:pPr>
            <a:lnSpc>
              <a:spcPct val="100000"/>
            </a:lnSpc>
          </a:pPr>
          <a:r>
            <a:rPr lang="en-US"/>
            <a:t>Have access to lifecycle methods.</a:t>
          </a:r>
        </a:p>
      </dgm:t>
    </dgm:pt>
    <dgm:pt modelId="{BFDF715C-DCD1-4913-98F2-C857B284661D}" type="parTrans" cxnId="{C39DA03B-2C63-4138-9E28-AB1BEA60C97D}">
      <dgm:prSet/>
      <dgm:spPr/>
      <dgm:t>
        <a:bodyPr/>
        <a:lstStyle/>
        <a:p>
          <a:endParaRPr lang="en-US"/>
        </a:p>
      </dgm:t>
    </dgm:pt>
    <dgm:pt modelId="{A8074228-C34B-47D4-89D6-D2A78505CE7D}" type="sibTrans" cxnId="{C39DA03B-2C63-4138-9E28-AB1BEA60C97D}">
      <dgm:prSet/>
      <dgm:spPr/>
      <dgm:t>
        <a:bodyPr/>
        <a:lstStyle/>
        <a:p>
          <a:endParaRPr lang="en-US"/>
        </a:p>
      </dgm:t>
    </dgm:pt>
    <dgm:pt modelId="{059E4454-9591-4B4E-8927-A4BACBC30091}">
      <dgm:prSet/>
      <dgm:spPr/>
      <dgm:t>
        <a:bodyPr/>
        <a:lstStyle/>
        <a:p>
          <a:pPr>
            <a:lnSpc>
              <a:spcPct val="100000"/>
            </a:lnSpc>
          </a:pPr>
          <a:r>
            <a:rPr lang="en-US"/>
            <a:t>Must have a render method.</a:t>
          </a:r>
        </a:p>
      </dgm:t>
    </dgm:pt>
    <dgm:pt modelId="{DFF0A24A-C445-4280-86A9-A99A5D9A2030}" type="parTrans" cxnId="{88888096-6AC6-473A-AA92-6FC6846A4432}">
      <dgm:prSet/>
      <dgm:spPr/>
      <dgm:t>
        <a:bodyPr/>
        <a:lstStyle/>
        <a:p>
          <a:endParaRPr lang="en-US"/>
        </a:p>
      </dgm:t>
    </dgm:pt>
    <dgm:pt modelId="{85D80180-393A-4C1A-980D-A0933E701CEA}" type="sibTrans" cxnId="{88888096-6AC6-473A-AA92-6FC6846A4432}">
      <dgm:prSet/>
      <dgm:spPr/>
      <dgm:t>
        <a:bodyPr/>
        <a:lstStyle/>
        <a:p>
          <a:endParaRPr lang="en-US"/>
        </a:p>
      </dgm:t>
    </dgm:pt>
    <dgm:pt modelId="{58B63DB9-C6F2-4B6F-A8C1-CE9A38D9A86E}">
      <dgm:prSet/>
      <dgm:spPr/>
      <dgm:t>
        <a:bodyPr/>
        <a:lstStyle/>
        <a:p>
          <a:pPr>
            <a:lnSpc>
              <a:spcPct val="100000"/>
            </a:lnSpc>
          </a:pPr>
          <a:r>
            <a:rPr lang="en-US"/>
            <a:t>Useful for more complex components or components that require direct access to lifecycle methods.</a:t>
          </a:r>
        </a:p>
      </dgm:t>
    </dgm:pt>
    <dgm:pt modelId="{85548573-D9EA-4D18-9541-E193C7F650C8}" type="parTrans" cxnId="{9241D052-A466-4A18-B126-DB36CA378D09}">
      <dgm:prSet/>
      <dgm:spPr/>
      <dgm:t>
        <a:bodyPr/>
        <a:lstStyle/>
        <a:p>
          <a:endParaRPr lang="en-US"/>
        </a:p>
      </dgm:t>
    </dgm:pt>
    <dgm:pt modelId="{FFB2B4D1-05CF-43A1-A596-2707CAC7E5DB}" type="sibTrans" cxnId="{9241D052-A466-4A18-B126-DB36CA378D09}">
      <dgm:prSet/>
      <dgm:spPr/>
      <dgm:t>
        <a:bodyPr/>
        <a:lstStyle/>
        <a:p>
          <a:endParaRPr lang="en-US"/>
        </a:p>
      </dgm:t>
    </dgm:pt>
    <dgm:pt modelId="{34F3117D-4A4B-4E6D-9F5A-BA2ADD6FD9E4}" type="pres">
      <dgm:prSet presAssocID="{D1FE899D-4CB1-4F18-AE65-23CF220C68AB}" presName="root" presStyleCnt="0">
        <dgm:presLayoutVars>
          <dgm:dir/>
          <dgm:resizeHandles val="exact"/>
        </dgm:presLayoutVars>
      </dgm:prSet>
      <dgm:spPr/>
    </dgm:pt>
    <dgm:pt modelId="{B9DF94E9-CC55-4EA1-B7D6-83EF36F19335}" type="pres">
      <dgm:prSet presAssocID="{236F99C2-5F78-49A8-8D6C-7644B59A2413}" presName="compNode" presStyleCnt="0"/>
      <dgm:spPr/>
    </dgm:pt>
    <dgm:pt modelId="{DBB0AC75-C21D-4277-B9BD-1BC0A114270B}" type="pres">
      <dgm:prSet presAssocID="{236F99C2-5F78-49A8-8D6C-7644B59A2413}" presName="bgRect" presStyleLbl="bgShp" presStyleIdx="0" presStyleCnt="5"/>
      <dgm:spPr/>
    </dgm:pt>
    <dgm:pt modelId="{0D36BDE9-62F8-4D7E-9C7C-BAA0DBE04869}" type="pres">
      <dgm:prSet presAssocID="{236F99C2-5F78-49A8-8D6C-7644B59A241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b Design"/>
        </a:ext>
      </dgm:extLst>
    </dgm:pt>
    <dgm:pt modelId="{EC290982-BFCF-49D1-A281-E2DD86C3032F}" type="pres">
      <dgm:prSet presAssocID="{236F99C2-5F78-49A8-8D6C-7644B59A2413}" presName="spaceRect" presStyleCnt="0"/>
      <dgm:spPr/>
    </dgm:pt>
    <dgm:pt modelId="{95769909-E70E-40F0-88D9-AA468EB24C39}" type="pres">
      <dgm:prSet presAssocID="{236F99C2-5F78-49A8-8D6C-7644B59A2413}" presName="parTx" presStyleLbl="revTx" presStyleIdx="0" presStyleCnt="5">
        <dgm:presLayoutVars>
          <dgm:chMax val="0"/>
          <dgm:chPref val="0"/>
        </dgm:presLayoutVars>
      </dgm:prSet>
      <dgm:spPr/>
    </dgm:pt>
    <dgm:pt modelId="{9504B330-0189-416E-BACE-5FF0DFDBC637}" type="pres">
      <dgm:prSet presAssocID="{9C945331-17FC-4E82-9A87-2616153A242F}" presName="sibTrans" presStyleCnt="0"/>
      <dgm:spPr/>
    </dgm:pt>
    <dgm:pt modelId="{CF2BB358-36ED-40D8-A2B5-39374AE3DEC2}" type="pres">
      <dgm:prSet presAssocID="{12B66BAE-38FA-4722-9DAC-33023BF9F021}" presName="compNode" presStyleCnt="0"/>
      <dgm:spPr/>
    </dgm:pt>
    <dgm:pt modelId="{81662F5E-94F1-4E71-BC89-369D74D4E92F}" type="pres">
      <dgm:prSet presAssocID="{12B66BAE-38FA-4722-9DAC-33023BF9F021}" presName="bgRect" presStyleLbl="bgShp" presStyleIdx="1" presStyleCnt="5"/>
      <dgm:spPr/>
    </dgm:pt>
    <dgm:pt modelId="{7D2DE772-1107-41AC-B812-3EE5814C686C}" type="pres">
      <dgm:prSet presAssocID="{12B66BAE-38FA-4722-9DAC-33023BF9F02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nk"/>
        </a:ext>
      </dgm:extLst>
    </dgm:pt>
    <dgm:pt modelId="{44DEEBB9-7604-4430-8D07-74263921AB20}" type="pres">
      <dgm:prSet presAssocID="{12B66BAE-38FA-4722-9DAC-33023BF9F021}" presName="spaceRect" presStyleCnt="0"/>
      <dgm:spPr/>
    </dgm:pt>
    <dgm:pt modelId="{A05F7FA9-5121-4453-94DC-56BEDF8D8445}" type="pres">
      <dgm:prSet presAssocID="{12B66BAE-38FA-4722-9DAC-33023BF9F021}" presName="parTx" presStyleLbl="revTx" presStyleIdx="1" presStyleCnt="5">
        <dgm:presLayoutVars>
          <dgm:chMax val="0"/>
          <dgm:chPref val="0"/>
        </dgm:presLayoutVars>
      </dgm:prSet>
      <dgm:spPr/>
    </dgm:pt>
    <dgm:pt modelId="{101B479D-824C-4C09-A3B4-324BD5AADA48}" type="pres">
      <dgm:prSet presAssocID="{A8FD91F2-044E-4E0D-A534-8AE2CB6F8963}" presName="sibTrans" presStyleCnt="0"/>
      <dgm:spPr/>
    </dgm:pt>
    <dgm:pt modelId="{48E4FFAC-CE53-4FD3-B318-DD3DD47F4B89}" type="pres">
      <dgm:prSet presAssocID="{7D4D8C6F-599E-4AE7-B9CA-35F73DDB512F}" presName="compNode" presStyleCnt="0"/>
      <dgm:spPr/>
    </dgm:pt>
    <dgm:pt modelId="{ED828DA5-791C-49CA-A8E9-6A74AC21640C}" type="pres">
      <dgm:prSet presAssocID="{7D4D8C6F-599E-4AE7-B9CA-35F73DDB512F}" presName="bgRect" presStyleLbl="bgShp" presStyleIdx="2" presStyleCnt="5"/>
      <dgm:spPr/>
    </dgm:pt>
    <dgm:pt modelId="{CF0203C6-457F-4F49-ACED-04B7E7EAF2C0}" type="pres">
      <dgm:prSet presAssocID="{7D4D8C6F-599E-4AE7-B9CA-35F73DDB512F}"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ble"/>
        </a:ext>
      </dgm:extLst>
    </dgm:pt>
    <dgm:pt modelId="{B1FFD9B0-F56B-4DB4-A41F-D6FF739ED1F2}" type="pres">
      <dgm:prSet presAssocID="{7D4D8C6F-599E-4AE7-B9CA-35F73DDB512F}" presName="spaceRect" presStyleCnt="0"/>
      <dgm:spPr/>
    </dgm:pt>
    <dgm:pt modelId="{1D3183C5-B5D9-4AD3-BEC4-2413AB868702}" type="pres">
      <dgm:prSet presAssocID="{7D4D8C6F-599E-4AE7-B9CA-35F73DDB512F}" presName="parTx" presStyleLbl="revTx" presStyleIdx="2" presStyleCnt="5">
        <dgm:presLayoutVars>
          <dgm:chMax val="0"/>
          <dgm:chPref val="0"/>
        </dgm:presLayoutVars>
      </dgm:prSet>
      <dgm:spPr/>
    </dgm:pt>
    <dgm:pt modelId="{4662B871-11FE-4A96-BF16-93DE67EEDA82}" type="pres">
      <dgm:prSet presAssocID="{A8074228-C34B-47D4-89D6-D2A78505CE7D}" presName="sibTrans" presStyleCnt="0"/>
      <dgm:spPr/>
    </dgm:pt>
    <dgm:pt modelId="{5CBF186F-B5FB-41BF-AC01-C8CC2829123F}" type="pres">
      <dgm:prSet presAssocID="{059E4454-9591-4B4E-8927-A4BACBC30091}" presName="compNode" presStyleCnt="0"/>
      <dgm:spPr/>
    </dgm:pt>
    <dgm:pt modelId="{99409CE0-5F6C-4D84-B410-F7CC094A3E79}" type="pres">
      <dgm:prSet presAssocID="{059E4454-9591-4B4E-8927-A4BACBC30091}" presName="bgRect" presStyleLbl="bgShp" presStyleIdx="3" presStyleCnt="5"/>
      <dgm:spPr/>
    </dgm:pt>
    <dgm:pt modelId="{0712621E-A4C6-403D-9B3F-3ECA2E788371}" type="pres">
      <dgm:prSet presAssocID="{059E4454-9591-4B4E-8927-A4BACBC3009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ocument"/>
        </a:ext>
      </dgm:extLst>
    </dgm:pt>
    <dgm:pt modelId="{44727615-6501-48D0-8A34-EBA5483B7E1A}" type="pres">
      <dgm:prSet presAssocID="{059E4454-9591-4B4E-8927-A4BACBC30091}" presName="spaceRect" presStyleCnt="0"/>
      <dgm:spPr/>
    </dgm:pt>
    <dgm:pt modelId="{1B08BCDB-537A-4BAF-8D63-BA566F38C11D}" type="pres">
      <dgm:prSet presAssocID="{059E4454-9591-4B4E-8927-A4BACBC30091}" presName="parTx" presStyleLbl="revTx" presStyleIdx="3" presStyleCnt="5">
        <dgm:presLayoutVars>
          <dgm:chMax val="0"/>
          <dgm:chPref val="0"/>
        </dgm:presLayoutVars>
      </dgm:prSet>
      <dgm:spPr/>
    </dgm:pt>
    <dgm:pt modelId="{2DC46A27-6BA1-474F-A38B-64D4EF835A76}" type="pres">
      <dgm:prSet presAssocID="{85D80180-393A-4C1A-980D-A0933E701CEA}" presName="sibTrans" presStyleCnt="0"/>
      <dgm:spPr/>
    </dgm:pt>
    <dgm:pt modelId="{6AD139B0-01A8-4860-8DF9-0A822357643F}" type="pres">
      <dgm:prSet presAssocID="{58B63DB9-C6F2-4B6F-A8C1-CE9A38D9A86E}" presName="compNode" presStyleCnt="0"/>
      <dgm:spPr/>
    </dgm:pt>
    <dgm:pt modelId="{5A833E17-8938-4070-BFF6-2DC810213A59}" type="pres">
      <dgm:prSet presAssocID="{58B63DB9-C6F2-4B6F-A8C1-CE9A38D9A86E}" presName="bgRect" presStyleLbl="bgShp" presStyleIdx="4" presStyleCnt="5"/>
      <dgm:spPr/>
    </dgm:pt>
    <dgm:pt modelId="{69ADD1CF-36EB-40BD-A2F3-280D0C5F7159}" type="pres">
      <dgm:prSet presAssocID="{58B63DB9-C6F2-4B6F-A8C1-CE9A38D9A86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Gears"/>
        </a:ext>
      </dgm:extLst>
    </dgm:pt>
    <dgm:pt modelId="{DB174B77-871E-41BA-AB18-3A570807B8BB}" type="pres">
      <dgm:prSet presAssocID="{58B63DB9-C6F2-4B6F-A8C1-CE9A38D9A86E}" presName="spaceRect" presStyleCnt="0"/>
      <dgm:spPr/>
    </dgm:pt>
    <dgm:pt modelId="{F9375F25-6F02-4159-910D-52BA0B83876B}" type="pres">
      <dgm:prSet presAssocID="{58B63DB9-C6F2-4B6F-A8C1-CE9A38D9A86E}" presName="parTx" presStyleLbl="revTx" presStyleIdx="4" presStyleCnt="5">
        <dgm:presLayoutVars>
          <dgm:chMax val="0"/>
          <dgm:chPref val="0"/>
        </dgm:presLayoutVars>
      </dgm:prSet>
      <dgm:spPr/>
    </dgm:pt>
  </dgm:ptLst>
  <dgm:cxnLst>
    <dgm:cxn modelId="{D826B428-24B1-4825-B33C-6E02F33A9AE1}" type="presOf" srcId="{059E4454-9591-4B4E-8927-A4BACBC30091}" destId="{1B08BCDB-537A-4BAF-8D63-BA566F38C11D}" srcOrd="0" destOrd="0" presId="urn:microsoft.com/office/officeart/2018/2/layout/IconVerticalSolidList"/>
    <dgm:cxn modelId="{790B522B-8ACA-40FB-BB47-1C6D61726588}" type="presOf" srcId="{D1FE899D-4CB1-4F18-AE65-23CF220C68AB}" destId="{34F3117D-4A4B-4E6D-9F5A-BA2ADD6FD9E4}" srcOrd="0" destOrd="0" presId="urn:microsoft.com/office/officeart/2018/2/layout/IconVerticalSolidList"/>
    <dgm:cxn modelId="{C39DA03B-2C63-4138-9E28-AB1BEA60C97D}" srcId="{D1FE899D-4CB1-4F18-AE65-23CF220C68AB}" destId="{7D4D8C6F-599E-4AE7-B9CA-35F73DDB512F}" srcOrd="2" destOrd="0" parTransId="{BFDF715C-DCD1-4913-98F2-C857B284661D}" sibTransId="{A8074228-C34B-47D4-89D6-D2A78505CE7D}"/>
    <dgm:cxn modelId="{9241D052-A466-4A18-B126-DB36CA378D09}" srcId="{D1FE899D-4CB1-4F18-AE65-23CF220C68AB}" destId="{58B63DB9-C6F2-4B6F-A8C1-CE9A38D9A86E}" srcOrd="4" destOrd="0" parTransId="{85548573-D9EA-4D18-9541-E193C7F650C8}" sibTransId="{FFB2B4D1-05CF-43A1-A596-2707CAC7E5DB}"/>
    <dgm:cxn modelId="{067FE18B-9B59-4505-AA73-C08FB9EB3002}" srcId="{D1FE899D-4CB1-4F18-AE65-23CF220C68AB}" destId="{236F99C2-5F78-49A8-8D6C-7644B59A2413}" srcOrd="0" destOrd="0" parTransId="{9EB6E50D-85A0-4119-80B1-6F4725188368}" sibTransId="{9C945331-17FC-4E82-9A87-2616153A242F}"/>
    <dgm:cxn modelId="{88888096-6AC6-473A-AA92-6FC6846A4432}" srcId="{D1FE899D-4CB1-4F18-AE65-23CF220C68AB}" destId="{059E4454-9591-4B4E-8927-A4BACBC30091}" srcOrd="3" destOrd="0" parTransId="{DFF0A24A-C445-4280-86A9-A99A5D9A2030}" sibTransId="{85D80180-393A-4C1A-980D-A0933E701CEA}"/>
    <dgm:cxn modelId="{5BC0B398-3CCF-4051-97A2-31C25B80AF6A}" type="presOf" srcId="{58B63DB9-C6F2-4B6F-A8C1-CE9A38D9A86E}" destId="{F9375F25-6F02-4159-910D-52BA0B83876B}" srcOrd="0" destOrd="0" presId="urn:microsoft.com/office/officeart/2018/2/layout/IconVerticalSolidList"/>
    <dgm:cxn modelId="{D3F5C09E-1647-4542-BB68-63F5C016FEC4}" srcId="{D1FE899D-4CB1-4F18-AE65-23CF220C68AB}" destId="{12B66BAE-38FA-4722-9DAC-33023BF9F021}" srcOrd="1" destOrd="0" parTransId="{DE4B0926-86AC-4A39-9992-C4EF686CBE63}" sibTransId="{A8FD91F2-044E-4E0D-A534-8AE2CB6F8963}"/>
    <dgm:cxn modelId="{5392CAA2-CBC1-4216-89FF-447C70257AD7}" type="presOf" srcId="{12B66BAE-38FA-4722-9DAC-33023BF9F021}" destId="{A05F7FA9-5121-4453-94DC-56BEDF8D8445}" srcOrd="0" destOrd="0" presId="urn:microsoft.com/office/officeart/2018/2/layout/IconVerticalSolidList"/>
    <dgm:cxn modelId="{27DCE8A7-3384-42FD-9BD1-067D2AB61D0B}" type="presOf" srcId="{236F99C2-5F78-49A8-8D6C-7644B59A2413}" destId="{95769909-E70E-40F0-88D9-AA468EB24C39}" srcOrd="0" destOrd="0" presId="urn:microsoft.com/office/officeart/2018/2/layout/IconVerticalSolidList"/>
    <dgm:cxn modelId="{CCC81BEB-72C8-44E9-9FC4-A891D5F35FB1}" type="presOf" srcId="{7D4D8C6F-599E-4AE7-B9CA-35F73DDB512F}" destId="{1D3183C5-B5D9-4AD3-BEC4-2413AB868702}" srcOrd="0" destOrd="0" presId="urn:microsoft.com/office/officeart/2018/2/layout/IconVerticalSolidList"/>
    <dgm:cxn modelId="{30683C6D-964A-4D50-ACF9-93A7BA547F36}" type="presParOf" srcId="{34F3117D-4A4B-4E6D-9F5A-BA2ADD6FD9E4}" destId="{B9DF94E9-CC55-4EA1-B7D6-83EF36F19335}" srcOrd="0" destOrd="0" presId="urn:microsoft.com/office/officeart/2018/2/layout/IconVerticalSolidList"/>
    <dgm:cxn modelId="{238005FE-E2AA-43D1-BDC4-A0742EFDF0B5}" type="presParOf" srcId="{B9DF94E9-CC55-4EA1-B7D6-83EF36F19335}" destId="{DBB0AC75-C21D-4277-B9BD-1BC0A114270B}" srcOrd="0" destOrd="0" presId="urn:microsoft.com/office/officeart/2018/2/layout/IconVerticalSolidList"/>
    <dgm:cxn modelId="{87763829-20E1-43E4-A440-75D24DB93FEB}" type="presParOf" srcId="{B9DF94E9-CC55-4EA1-B7D6-83EF36F19335}" destId="{0D36BDE9-62F8-4D7E-9C7C-BAA0DBE04869}" srcOrd="1" destOrd="0" presId="urn:microsoft.com/office/officeart/2018/2/layout/IconVerticalSolidList"/>
    <dgm:cxn modelId="{3C0E7B1A-AC4F-468E-945E-2F026DE60855}" type="presParOf" srcId="{B9DF94E9-CC55-4EA1-B7D6-83EF36F19335}" destId="{EC290982-BFCF-49D1-A281-E2DD86C3032F}" srcOrd="2" destOrd="0" presId="urn:microsoft.com/office/officeart/2018/2/layout/IconVerticalSolidList"/>
    <dgm:cxn modelId="{392AB35E-628C-4E24-B0A4-1E372B8A274F}" type="presParOf" srcId="{B9DF94E9-CC55-4EA1-B7D6-83EF36F19335}" destId="{95769909-E70E-40F0-88D9-AA468EB24C39}" srcOrd="3" destOrd="0" presId="urn:microsoft.com/office/officeart/2018/2/layout/IconVerticalSolidList"/>
    <dgm:cxn modelId="{84736F0E-C1DB-46D0-85A1-CFB64329044E}" type="presParOf" srcId="{34F3117D-4A4B-4E6D-9F5A-BA2ADD6FD9E4}" destId="{9504B330-0189-416E-BACE-5FF0DFDBC637}" srcOrd="1" destOrd="0" presId="urn:microsoft.com/office/officeart/2018/2/layout/IconVerticalSolidList"/>
    <dgm:cxn modelId="{C6805526-4344-4E30-B3C7-9297E9A9CD7A}" type="presParOf" srcId="{34F3117D-4A4B-4E6D-9F5A-BA2ADD6FD9E4}" destId="{CF2BB358-36ED-40D8-A2B5-39374AE3DEC2}" srcOrd="2" destOrd="0" presId="urn:microsoft.com/office/officeart/2018/2/layout/IconVerticalSolidList"/>
    <dgm:cxn modelId="{E59A7237-D086-40E8-9FD7-5B54EC656C64}" type="presParOf" srcId="{CF2BB358-36ED-40D8-A2B5-39374AE3DEC2}" destId="{81662F5E-94F1-4E71-BC89-369D74D4E92F}" srcOrd="0" destOrd="0" presId="urn:microsoft.com/office/officeart/2018/2/layout/IconVerticalSolidList"/>
    <dgm:cxn modelId="{1D44C86F-29BB-4042-AC67-26794CB9C7C1}" type="presParOf" srcId="{CF2BB358-36ED-40D8-A2B5-39374AE3DEC2}" destId="{7D2DE772-1107-41AC-B812-3EE5814C686C}" srcOrd="1" destOrd="0" presId="urn:microsoft.com/office/officeart/2018/2/layout/IconVerticalSolidList"/>
    <dgm:cxn modelId="{7CC712A9-345E-4C00-BC29-7FFED7D7FB28}" type="presParOf" srcId="{CF2BB358-36ED-40D8-A2B5-39374AE3DEC2}" destId="{44DEEBB9-7604-4430-8D07-74263921AB20}" srcOrd="2" destOrd="0" presId="urn:microsoft.com/office/officeart/2018/2/layout/IconVerticalSolidList"/>
    <dgm:cxn modelId="{3DDF0DDA-6A44-485F-9A43-CCA91EDC6864}" type="presParOf" srcId="{CF2BB358-36ED-40D8-A2B5-39374AE3DEC2}" destId="{A05F7FA9-5121-4453-94DC-56BEDF8D8445}" srcOrd="3" destOrd="0" presId="urn:microsoft.com/office/officeart/2018/2/layout/IconVerticalSolidList"/>
    <dgm:cxn modelId="{908ECFFF-305B-4170-9E08-DD573B0E9FDB}" type="presParOf" srcId="{34F3117D-4A4B-4E6D-9F5A-BA2ADD6FD9E4}" destId="{101B479D-824C-4C09-A3B4-324BD5AADA48}" srcOrd="3" destOrd="0" presId="urn:microsoft.com/office/officeart/2018/2/layout/IconVerticalSolidList"/>
    <dgm:cxn modelId="{BAFFE8D3-A1B6-4670-895E-7131FD984976}" type="presParOf" srcId="{34F3117D-4A4B-4E6D-9F5A-BA2ADD6FD9E4}" destId="{48E4FFAC-CE53-4FD3-B318-DD3DD47F4B89}" srcOrd="4" destOrd="0" presId="urn:microsoft.com/office/officeart/2018/2/layout/IconVerticalSolidList"/>
    <dgm:cxn modelId="{BADEF39B-6927-420F-83B4-F9105E60B3E9}" type="presParOf" srcId="{48E4FFAC-CE53-4FD3-B318-DD3DD47F4B89}" destId="{ED828DA5-791C-49CA-A8E9-6A74AC21640C}" srcOrd="0" destOrd="0" presId="urn:microsoft.com/office/officeart/2018/2/layout/IconVerticalSolidList"/>
    <dgm:cxn modelId="{223093D9-0860-48A0-B7E7-1D4F48D7A4AB}" type="presParOf" srcId="{48E4FFAC-CE53-4FD3-B318-DD3DD47F4B89}" destId="{CF0203C6-457F-4F49-ACED-04B7E7EAF2C0}" srcOrd="1" destOrd="0" presId="urn:microsoft.com/office/officeart/2018/2/layout/IconVerticalSolidList"/>
    <dgm:cxn modelId="{1EA078B7-ADD6-401C-A7D8-4171A7D2EAF2}" type="presParOf" srcId="{48E4FFAC-CE53-4FD3-B318-DD3DD47F4B89}" destId="{B1FFD9B0-F56B-4DB4-A41F-D6FF739ED1F2}" srcOrd="2" destOrd="0" presId="urn:microsoft.com/office/officeart/2018/2/layout/IconVerticalSolidList"/>
    <dgm:cxn modelId="{8A7E7703-CC02-4D8C-971A-C92C530634A8}" type="presParOf" srcId="{48E4FFAC-CE53-4FD3-B318-DD3DD47F4B89}" destId="{1D3183C5-B5D9-4AD3-BEC4-2413AB868702}" srcOrd="3" destOrd="0" presId="urn:microsoft.com/office/officeart/2018/2/layout/IconVerticalSolidList"/>
    <dgm:cxn modelId="{F60C451E-2858-48BC-9287-984E525177BC}" type="presParOf" srcId="{34F3117D-4A4B-4E6D-9F5A-BA2ADD6FD9E4}" destId="{4662B871-11FE-4A96-BF16-93DE67EEDA82}" srcOrd="5" destOrd="0" presId="urn:microsoft.com/office/officeart/2018/2/layout/IconVerticalSolidList"/>
    <dgm:cxn modelId="{84C7EFF1-5B7E-4C26-8E10-08329C93FA8D}" type="presParOf" srcId="{34F3117D-4A4B-4E6D-9F5A-BA2ADD6FD9E4}" destId="{5CBF186F-B5FB-41BF-AC01-C8CC2829123F}" srcOrd="6" destOrd="0" presId="urn:microsoft.com/office/officeart/2018/2/layout/IconVerticalSolidList"/>
    <dgm:cxn modelId="{1D5E23D6-68BB-4BF5-8728-F40FF7CFF272}" type="presParOf" srcId="{5CBF186F-B5FB-41BF-AC01-C8CC2829123F}" destId="{99409CE0-5F6C-4D84-B410-F7CC094A3E79}" srcOrd="0" destOrd="0" presId="urn:microsoft.com/office/officeart/2018/2/layout/IconVerticalSolidList"/>
    <dgm:cxn modelId="{05D8C91D-7886-4A84-863C-A90C6310F2EB}" type="presParOf" srcId="{5CBF186F-B5FB-41BF-AC01-C8CC2829123F}" destId="{0712621E-A4C6-403D-9B3F-3ECA2E788371}" srcOrd="1" destOrd="0" presId="urn:microsoft.com/office/officeart/2018/2/layout/IconVerticalSolidList"/>
    <dgm:cxn modelId="{29A0B66B-0001-463B-8CC5-86B6746AE60C}" type="presParOf" srcId="{5CBF186F-B5FB-41BF-AC01-C8CC2829123F}" destId="{44727615-6501-48D0-8A34-EBA5483B7E1A}" srcOrd="2" destOrd="0" presId="urn:microsoft.com/office/officeart/2018/2/layout/IconVerticalSolidList"/>
    <dgm:cxn modelId="{F4CD2F03-1C57-4A93-892C-85B5A714085D}" type="presParOf" srcId="{5CBF186F-B5FB-41BF-AC01-C8CC2829123F}" destId="{1B08BCDB-537A-4BAF-8D63-BA566F38C11D}" srcOrd="3" destOrd="0" presId="urn:microsoft.com/office/officeart/2018/2/layout/IconVerticalSolidList"/>
    <dgm:cxn modelId="{F546B300-5873-4545-B11C-B1823AFB1ABD}" type="presParOf" srcId="{34F3117D-4A4B-4E6D-9F5A-BA2ADD6FD9E4}" destId="{2DC46A27-6BA1-474F-A38B-64D4EF835A76}" srcOrd="7" destOrd="0" presId="urn:microsoft.com/office/officeart/2018/2/layout/IconVerticalSolidList"/>
    <dgm:cxn modelId="{CE8FB347-4975-4304-ADDA-43210EEC6F04}" type="presParOf" srcId="{34F3117D-4A4B-4E6D-9F5A-BA2ADD6FD9E4}" destId="{6AD139B0-01A8-4860-8DF9-0A822357643F}" srcOrd="8" destOrd="0" presId="urn:microsoft.com/office/officeart/2018/2/layout/IconVerticalSolidList"/>
    <dgm:cxn modelId="{E7E346FA-E4AC-4072-90BA-A8ADA4FD21D6}" type="presParOf" srcId="{6AD139B0-01A8-4860-8DF9-0A822357643F}" destId="{5A833E17-8938-4070-BFF6-2DC810213A59}" srcOrd="0" destOrd="0" presId="urn:microsoft.com/office/officeart/2018/2/layout/IconVerticalSolidList"/>
    <dgm:cxn modelId="{4EFDC32E-0F8D-4DFC-8D61-3A205206F06C}" type="presParOf" srcId="{6AD139B0-01A8-4860-8DF9-0A822357643F}" destId="{69ADD1CF-36EB-40BD-A2F3-280D0C5F7159}" srcOrd="1" destOrd="0" presId="urn:microsoft.com/office/officeart/2018/2/layout/IconVerticalSolidList"/>
    <dgm:cxn modelId="{77511270-B8D3-46D5-8FEA-488CA30065B3}" type="presParOf" srcId="{6AD139B0-01A8-4860-8DF9-0A822357643F}" destId="{DB174B77-871E-41BA-AB18-3A570807B8BB}" srcOrd="2" destOrd="0" presId="urn:microsoft.com/office/officeart/2018/2/layout/IconVerticalSolidList"/>
    <dgm:cxn modelId="{9476F862-7DC1-4255-8AC4-FE3517A261D8}" type="presParOf" srcId="{6AD139B0-01A8-4860-8DF9-0A822357643F}" destId="{F9375F25-6F02-4159-910D-52BA0B83876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A68A06A-0683-4C8A-9B78-D0A3496426E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513BEC8-0ED9-4A2D-840A-FC16BB7C2899}">
      <dgm:prSet/>
      <dgm:spPr/>
      <dgm:t>
        <a:bodyPr/>
        <a:lstStyle/>
        <a:p>
          <a:pPr>
            <a:lnSpc>
              <a:spcPct val="100000"/>
            </a:lnSpc>
          </a:pPr>
          <a:r>
            <a:rPr lang="en-US"/>
            <a:t>Basically, the render() method from a class component.</a:t>
          </a:r>
        </a:p>
      </dgm:t>
    </dgm:pt>
    <dgm:pt modelId="{EF564249-CB4A-4E5F-923E-B9CD07FF8CEE}" type="parTrans" cxnId="{75E028C2-1351-480A-9E82-9B9880D6814A}">
      <dgm:prSet/>
      <dgm:spPr/>
      <dgm:t>
        <a:bodyPr/>
        <a:lstStyle/>
        <a:p>
          <a:endParaRPr lang="en-US"/>
        </a:p>
      </dgm:t>
    </dgm:pt>
    <dgm:pt modelId="{9C206165-1327-4F8D-9A9F-1CD04C8D883C}" type="sibTrans" cxnId="{75E028C2-1351-480A-9E82-9B9880D6814A}">
      <dgm:prSet/>
      <dgm:spPr/>
      <dgm:t>
        <a:bodyPr/>
        <a:lstStyle/>
        <a:p>
          <a:endParaRPr lang="en-US"/>
        </a:p>
      </dgm:t>
    </dgm:pt>
    <dgm:pt modelId="{FB55DDC7-B709-46FB-9C70-696988159FBA}">
      <dgm:prSet/>
      <dgm:spPr/>
      <dgm:t>
        <a:bodyPr/>
        <a:lstStyle/>
        <a:p>
          <a:pPr>
            <a:lnSpc>
              <a:spcPct val="100000"/>
            </a:lnSpc>
          </a:pPr>
          <a:r>
            <a:rPr lang="en-US"/>
            <a:t>Cannot access lifecycle methods.</a:t>
          </a:r>
        </a:p>
      </dgm:t>
    </dgm:pt>
    <dgm:pt modelId="{F0F1DCE7-AE91-49D2-A27A-96C64D315C36}" type="parTrans" cxnId="{8660612C-5AFD-4E4E-BB1B-E14EFFCB5212}">
      <dgm:prSet/>
      <dgm:spPr/>
      <dgm:t>
        <a:bodyPr/>
        <a:lstStyle/>
        <a:p>
          <a:endParaRPr lang="en-US"/>
        </a:p>
      </dgm:t>
    </dgm:pt>
    <dgm:pt modelId="{90C2D8EC-146C-479A-B8EF-689702E056C0}" type="sibTrans" cxnId="{8660612C-5AFD-4E4E-BB1B-E14EFFCB5212}">
      <dgm:prSet/>
      <dgm:spPr/>
      <dgm:t>
        <a:bodyPr/>
        <a:lstStyle/>
        <a:p>
          <a:endParaRPr lang="en-US"/>
        </a:p>
      </dgm:t>
    </dgm:pt>
    <dgm:pt modelId="{580F4CAD-1482-4130-9954-8BA8BF0D708D}">
      <dgm:prSet/>
      <dgm:spPr/>
      <dgm:t>
        <a:bodyPr/>
        <a:lstStyle/>
        <a:p>
          <a:pPr>
            <a:lnSpc>
              <a:spcPct val="100000"/>
            </a:lnSpc>
          </a:pPr>
          <a:r>
            <a:rPr lang="en-US"/>
            <a:t>Cannot maintain its own state.</a:t>
          </a:r>
        </a:p>
      </dgm:t>
    </dgm:pt>
    <dgm:pt modelId="{D28DCC82-FF52-4D2F-A30A-51F5F2787E1F}" type="parTrans" cxnId="{E8CD724E-E5A6-4ADE-BF84-78A0766E6749}">
      <dgm:prSet/>
      <dgm:spPr/>
      <dgm:t>
        <a:bodyPr/>
        <a:lstStyle/>
        <a:p>
          <a:endParaRPr lang="en-US"/>
        </a:p>
      </dgm:t>
    </dgm:pt>
    <dgm:pt modelId="{FB812796-D265-43A1-9DFA-D67301B4A1C8}" type="sibTrans" cxnId="{E8CD724E-E5A6-4ADE-BF84-78A0766E6749}">
      <dgm:prSet/>
      <dgm:spPr/>
      <dgm:t>
        <a:bodyPr/>
        <a:lstStyle/>
        <a:p>
          <a:endParaRPr lang="en-US"/>
        </a:p>
      </dgm:t>
    </dgm:pt>
    <dgm:pt modelId="{FDB0F67F-DD22-4F64-BD36-BBA4DB8E6D66}">
      <dgm:prSet/>
      <dgm:spPr/>
      <dgm:t>
        <a:bodyPr/>
        <a:lstStyle/>
        <a:p>
          <a:pPr>
            <a:lnSpc>
              <a:spcPct val="100000"/>
            </a:lnSpc>
          </a:pPr>
          <a:r>
            <a:rPr lang="en-US"/>
            <a:t>Access to lifecycle and state from functions is done using Hooks.</a:t>
          </a:r>
        </a:p>
      </dgm:t>
    </dgm:pt>
    <dgm:pt modelId="{5BD864B7-BF68-4CF9-905A-A0B14BE9016D}" type="parTrans" cxnId="{934D7542-D489-40B5-B0A9-83B1DDFB6E85}">
      <dgm:prSet/>
      <dgm:spPr/>
      <dgm:t>
        <a:bodyPr/>
        <a:lstStyle/>
        <a:p>
          <a:endParaRPr lang="en-US"/>
        </a:p>
      </dgm:t>
    </dgm:pt>
    <dgm:pt modelId="{8E15BE61-E4F8-4930-995B-F7A175E7CBCB}" type="sibTrans" cxnId="{934D7542-D489-40B5-B0A9-83B1DDFB6E85}">
      <dgm:prSet/>
      <dgm:spPr/>
      <dgm:t>
        <a:bodyPr/>
        <a:lstStyle/>
        <a:p>
          <a:endParaRPr lang="en-US"/>
        </a:p>
      </dgm:t>
    </dgm:pt>
    <dgm:pt modelId="{EB782D3B-3C1E-4B3D-AE3F-B3245F568618}" type="pres">
      <dgm:prSet presAssocID="{2A68A06A-0683-4C8A-9B78-D0A3496426E1}" presName="root" presStyleCnt="0">
        <dgm:presLayoutVars>
          <dgm:dir/>
          <dgm:resizeHandles val="exact"/>
        </dgm:presLayoutVars>
      </dgm:prSet>
      <dgm:spPr/>
    </dgm:pt>
    <dgm:pt modelId="{7D0F246A-AC59-45AC-849A-90D3A415026A}" type="pres">
      <dgm:prSet presAssocID="{2513BEC8-0ED9-4A2D-840A-FC16BB7C2899}" presName="compNode" presStyleCnt="0"/>
      <dgm:spPr/>
    </dgm:pt>
    <dgm:pt modelId="{56CAD77B-DBDC-44BE-AB98-1598C3EDB4DA}" type="pres">
      <dgm:prSet presAssocID="{2513BEC8-0ED9-4A2D-840A-FC16BB7C2899}" presName="bgRect" presStyleLbl="bgShp" presStyleIdx="0" presStyleCnt="4"/>
      <dgm:spPr/>
    </dgm:pt>
    <dgm:pt modelId="{1EF7B469-59E2-42FE-A75B-79CF50F68840}" type="pres">
      <dgm:prSet presAssocID="{2513BEC8-0ED9-4A2D-840A-FC16BB7C289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ingle gear"/>
        </a:ext>
      </dgm:extLst>
    </dgm:pt>
    <dgm:pt modelId="{338B75EB-A606-44D2-8A98-D1716FA9A070}" type="pres">
      <dgm:prSet presAssocID="{2513BEC8-0ED9-4A2D-840A-FC16BB7C2899}" presName="spaceRect" presStyleCnt="0"/>
      <dgm:spPr/>
    </dgm:pt>
    <dgm:pt modelId="{D1BBEC86-6B29-419D-B563-CCB91EB4534F}" type="pres">
      <dgm:prSet presAssocID="{2513BEC8-0ED9-4A2D-840A-FC16BB7C2899}" presName="parTx" presStyleLbl="revTx" presStyleIdx="0" presStyleCnt="4">
        <dgm:presLayoutVars>
          <dgm:chMax val="0"/>
          <dgm:chPref val="0"/>
        </dgm:presLayoutVars>
      </dgm:prSet>
      <dgm:spPr/>
    </dgm:pt>
    <dgm:pt modelId="{86DE850B-B099-485D-8420-59643759E20F}" type="pres">
      <dgm:prSet presAssocID="{9C206165-1327-4F8D-9A9F-1CD04C8D883C}" presName="sibTrans" presStyleCnt="0"/>
      <dgm:spPr/>
    </dgm:pt>
    <dgm:pt modelId="{AE1FEEEF-C763-47B2-8282-ECE520C6A6F0}" type="pres">
      <dgm:prSet presAssocID="{FB55DDC7-B709-46FB-9C70-696988159FBA}" presName="compNode" presStyleCnt="0"/>
      <dgm:spPr/>
    </dgm:pt>
    <dgm:pt modelId="{99B87556-B681-48DD-BDFC-D7119E06A869}" type="pres">
      <dgm:prSet presAssocID="{FB55DDC7-B709-46FB-9C70-696988159FBA}" presName="bgRect" presStyleLbl="bgShp" presStyleIdx="1" presStyleCnt="4"/>
      <dgm:spPr/>
    </dgm:pt>
    <dgm:pt modelId="{3E8C850A-4911-418E-BBD5-9C8FF37233F0}" type="pres">
      <dgm:prSet presAssocID="{FB55DDC7-B709-46FB-9C70-696988159FB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cument"/>
        </a:ext>
      </dgm:extLst>
    </dgm:pt>
    <dgm:pt modelId="{4AC9C7BC-EFA3-4A7D-8828-240451772E77}" type="pres">
      <dgm:prSet presAssocID="{FB55DDC7-B709-46FB-9C70-696988159FBA}" presName="spaceRect" presStyleCnt="0"/>
      <dgm:spPr/>
    </dgm:pt>
    <dgm:pt modelId="{7B5646E6-8BB9-4896-B6E3-53D33EBB7732}" type="pres">
      <dgm:prSet presAssocID="{FB55DDC7-B709-46FB-9C70-696988159FBA}" presName="parTx" presStyleLbl="revTx" presStyleIdx="1" presStyleCnt="4">
        <dgm:presLayoutVars>
          <dgm:chMax val="0"/>
          <dgm:chPref val="0"/>
        </dgm:presLayoutVars>
      </dgm:prSet>
      <dgm:spPr/>
    </dgm:pt>
    <dgm:pt modelId="{9F41CE64-B392-4855-94B3-CB7EF6FFFC4D}" type="pres">
      <dgm:prSet presAssocID="{90C2D8EC-146C-479A-B8EF-689702E056C0}" presName="sibTrans" presStyleCnt="0"/>
      <dgm:spPr/>
    </dgm:pt>
    <dgm:pt modelId="{5C2F9768-73E4-4042-A5CC-092682ED18F7}" type="pres">
      <dgm:prSet presAssocID="{580F4CAD-1482-4130-9954-8BA8BF0D708D}" presName="compNode" presStyleCnt="0"/>
      <dgm:spPr/>
    </dgm:pt>
    <dgm:pt modelId="{5597055F-9BED-43CE-8103-6481F66DD090}" type="pres">
      <dgm:prSet presAssocID="{580F4CAD-1482-4130-9954-8BA8BF0D708D}" presName="bgRect" presStyleLbl="bgShp" presStyleIdx="2" presStyleCnt="4"/>
      <dgm:spPr/>
    </dgm:pt>
    <dgm:pt modelId="{1050398F-E88A-4C8B-B5D7-6656393B1276}" type="pres">
      <dgm:prSet presAssocID="{580F4CAD-1482-4130-9954-8BA8BF0D708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avel"/>
        </a:ext>
      </dgm:extLst>
    </dgm:pt>
    <dgm:pt modelId="{C1719492-8D14-44DE-BF97-1CB53275AB21}" type="pres">
      <dgm:prSet presAssocID="{580F4CAD-1482-4130-9954-8BA8BF0D708D}" presName="spaceRect" presStyleCnt="0"/>
      <dgm:spPr/>
    </dgm:pt>
    <dgm:pt modelId="{F55EA232-0B9A-4CDD-A12A-3857DBE72689}" type="pres">
      <dgm:prSet presAssocID="{580F4CAD-1482-4130-9954-8BA8BF0D708D}" presName="parTx" presStyleLbl="revTx" presStyleIdx="2" presStyleCnt="4">
        <dgm:presLayoutVars>
          <dgm:chMax val="0"/>
          <dgm:chPref val="0"/>
        </dgm:presLayoutVars>
      </dgm:prSet>
      <dgm:spPr/>
    </dgm:pt>
    <dgm:pt modelId="{9E15AAD7-2895-40B6-B517-A2C70B55D675}" type="pres">
      <dgm:prSet presAssocID="{FB812796-D265-43A1-9DFA-D67301B4A1C8}" presName="sibTrans" presStyleCnt="0"/>
      <dgm:spPr/>
    </dgm:pt>
    <dgm:pt modelId="{627153C4-BC01-41CD-A56C-65FB3E074D13}" type="pres">
      <dgm:prSet presAssocID="{FDB0F67F-DD22-4F64-BD36-BBA4DB8E6D66}" presName="compNode" presStyleCnt="0"/>
      <dgm:spPr/>
    </dgm:pt>
    <dgm:pt modelId="{A07FF3CB-9D63-452C-A2FC-832259E6FF18}" type="pres">
      <dgm:prSet presAssocID="{FDB0F67F-DD22-4F64-BD36-BBA4DB8E6D66}" presName="bgRect" presStyleLbl="bgShp" presStyleIdx="3" presStyleCnt="4"/>
      <dgm:spPr/>
    </dgm:pt>
    <dgm:pt modelId="{36D02301-3E1B-45C2-9AB9-1BF943CE45BD}" type="pres">
      <dgm:prSet presAssocID="{FDB0F67F-DD22-4F64-BD36-BBA4DB8E6D6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ox"/>
        </a:ext>
      </dgm:extLst>
    </dgm:pt>
    <dgm:pt modelId="{243971A1-3D1D-416F-BBE5-2295C3908BA3}" type="pres">
      <dgm:prSet presAssocID="{FDB0F67F-DD22-4F64-BD36-BBA4DB8E6D66}" presName="spaceRect" presStyleCnt="0"/>
      <dgm:spPr/>
    </dgm:pt>
    <dgm:pt modelId="{AF596C28-7120-4D21-9754-28C55FA059F0}" type="pres">
      <dgm:prSet presAssocID="{FDB0F67F-DD22-4F64-BD36-BBA4DB8E6D66}" presName="parTx" presStyleLbl="revTx" presStyleIdx="3" presStyleCnt="4">
        <dgm:presLayoutVars>
          <dgm:chMax val="0"/>
          <dgm:chPref val="0"/>
        </dgm:presLayoutVars>
      </dgm:prSet>
      <dgm:spPr/>
    </dgm:pt>
  </dgm:ptLst>
  <dgm:cxnLst>
    <dgm:cxn modelId="{8660612C-5AFD-4E4E-BB1B-E14EFFCB5212}" srcId="{2A68A06A-0683-4C8A-9B78-D0A3496426E1}" destId="{FB55DDC7-B709-46FB-9C70-696988159FBA}" srcOrd="1" destOrd="0" parTransId="{F0F1DCE7-AE91-49D2-A27A-96C64D315C36}" sibTransId="{90C2D8EC-146C-479A-B8EF-689702E056C0}"/>
    <dgm:cxn modelId="{15C56C32-ACAC-4BAA-8AF3-3999F613791A}" type="presOf" srcId="{2513BEC8-0ED9-4A2D-840A-FC16BB7C2899}" destId="{D1BBEC86-6B29-419D-B563-CCB91EB4534F}" srcOrd="0" destOrd="0" presId="urn:microsoft.com/office/officeart/2018/2/layout/IconVerticalSolidList"/>
    <dgm:cxn modelId="{934D7542-D489-40B5-B0A9-83B1DDFB6E85}" srcId="{2A68A06A-0683-4C8A-9B78-D0A3496426E1}" destId="{FDB0F67F-DD22-4F64-BD36-BBA4DB8E6D66}" srcOrd="3" destOrd="0" parTransId="{5BD864B7-BF68-4CF9-905A-A0B14BE9016D}" sibTransId="{8E15BE61-E4F8-4930-995B-F7A175E7CBCB}"/>
    <dgm:cxn modelId="{E8CD724E-E5A6-4ADE-BF84-78A0766E6749}" srcId="{2A68A06A-0683-4C8A-9B78-D0A3496426E1}" destId="{580F4CAD-1482-4130-9954-8BA8BF0D708D}" srcOrd="2" destOrd="0" parTransId="{D28DCC82-FF52-4D2F-A30A-51F5F2787E1F}" sibTransId="{FB812796-D265-43A1-9DFA-D67301B4A1C8}"/>
    <dgm:cxn modelId="{BC2AA452-17DF-4BAE-B8E2-C0E7955C6B07}" type="presOf" srcId="{FDB0F67F-DD22-4F64-BD36-BBA4DB8E6D66}" destId="{AF596C28-7120-4D21-9754-28C55FA059F0}" srcOrd="0" destOrd="0" presId="urn:microsoft.com/office/officeart/2018/2/layout/IconVerticalSolidList"/>
    <dgm:cxn modelId="{328AC86C-3DB6-4531-BA72-111557F02458}" type="presOf" srcId="{580F4CAD-1482-4130-9954-8BA8BF0D708D}" destId="{F55EA232-0B9A-4CDD-A12A-3857DBE72689}" srcOrd="0" destOrd="0" presId="urn:microsoft.com/office/officeart/2018/2/layout/IconVerticalSolidList"/>
    <dgm:cxn modelId="{3268329D-478A-4449-A7E5-8E5DE90EE001}" type="presOf" srcId="{FB55DDC7-B709-46FB-9C70-696988159FBA}" destId="{7B5646E6-8BB9-4896-B6E3-53D33EBB7732}" srcOrd="0" destOrd="0" presId="urn:microsoft.com/office/officeart/2018/2/layout/IconVerticalSolidList"/>
    <dgm:cxn modelId="{C20835A3-5014-4BB7-BC2E-82EB7AD71E11}" type="presOf" srcId="{2A68A06A-0683-4C8A-9B78-D0A3496426E1}" destId="{EB782D3B-3C1E-4B3D-AE3F-B3245F568618}" srcOrd="0" destOrd="0" presId="urn:microsoft.com/office/officeart/2018/2/layout/IconVerticalSolidList"/>
    <dgm:cxn modelId="{75E028C2-1351-480A-9E82-9B9880D6814A}" srcId="{2A68A06A-0683-4C8A-9B78-D0A3496426E1}" destId="{2513BEC8-0ED9-4A2D-840A-FC16BB7C2899}" srcOrd="0" destOrd="0" parTransId="{EF564249-CB4A-4E5F-923E-B9CD07FF8CEE}" sibTransId="{9C206165-1327-4F8D-9A9F-1CD04C8D883C}"/>
    <dgm:cxn modelId="{1BA89D3D-1E4A-478E-BF84-E5C92B5B55D4}" type="presParOf" srcId="{EB782D3B-3C1E-4B3D-AE3F-B3245F568618}" destId="{7D0F246A-AC59-45AC-849A-90D3A415026A}" srcOrd="0" destOrd="0" presId="urn:microsoft.com/office/officeart/2018/2/layout/IconVerticalSolidList"/>
    <dgm:cxn modelId="{D6FECFF1-952F-4153-8303-FEE782BFAC58}" type="presParOf" srcId="{7D0F246A-AC59-45AC-849A-90D3A415026A}" destId="{56CAD77B-DBDC-44BE-AB98-1598C3EDB4DA}" srcOrd="0" destOrd="0" presId="urn:microsoft.com/office/officeart/2018/2/layout/IconVerticalSolidList"/>
    <dgm:cxn modelId="{790579C5-F7E2-4F32-8E6A-E3D8A9EDC25D}" type="presParOf" srcId="{7D0F246A-AC59-45AC-849A-90D3A415026A}" destId="{1EF7B469-59E2-42FE-A75B-79CF50F68840}" srcOrd="1" destOrd="0" presId="urn:microsoft.com/office/officeart/2018/2/layout/IconVerticalSolidList"/>
    <dgm:cxn modelId="{55CA9A1D-19EA-40D6-AE90-4C6C8A5774C3}" type="presParOf" srcId="{7D0F246A-AC59-45AC-849A-90D3A415026A}" destId="{338B75EB-A606-44D2-8A98-D1716FA9A070}" srcOrd="2" destOrd="0" presId="urn:microsoft.com/office/officeart/2018/2/layout/IconVerticalSolidList"/>
    <dgm:cxn modelId="{7BFC0275-31D9-4E62-9CC9-CF77C772AE37}" type="presParOf" srcId="{7D0F246A-AC59-45AC-849A-90D3A415026A}" destId="{D1BBEC86-6B29-419D-B563-CCB91EB4534F}" srcOrd="3" destOrd="0" presId="urn:microsoft.com/office/officeart/2018/2/layout/IconVerticalSolidList"/>
    <dgm:cxn modelId="{BCE6189D-560B-46B9-9BA6-FF49AAEFE4F7}" type="presParOf" srcId="{EB782D3B-3C1E-4B3D-AE3F-B3245F568618}" destId="{86DE850B-B099-485D-8420-59643759E20F}" srcOrd="1" destOrd="0" presId="urn:microsoft.com/office/officeart/2018/2/layout/IconVerticalSolidList"/>
    <dgm:cxn modelId="{02074DE4-9378-41F1-8994-6AE56ED551CE}" type="presParOf" srcId="{EB782D3B-3C1E-4B3D-AE3F-B3245F568618}" destId="{AE1FEEEF-C763-47B2-8282-ECE520C6A6F0}" srcOrd="2" destOrd="0" presId="urn:microsoft.com/office/officeart/2018/2/layout/IconVerticalSolidList"/>
    <dgm:cxn modelId="{E68E61E0-BE61-47B4-A4EB-AEE43D25FB34}" type="presParOf" srcId="{AE1FEEEF-C763-47B2-8282-ECE520C6A6F0}" destId="{99B87556-B681-48DD-BDFC-D7119E06A869}" srcOrd="0" destOrd="0" presId="urn:microsoft.com/office/officeart/2018/2/layout/IconVerticalSolidList"/>
    <dgm:cxn modelId="{92B09DA2-FB82-40C0-9CC2-0E3FBD0CE227}" type="presParOf" srcId="{AE1FEEEF-C763-47B2-8282-ECE520C6A6F0}" destId="{3E8C850A-4911-418E-BBD5-9C8FF37233F0}" srcOrd="1" destOrd="0" presId="urn:microsoft.com/office/officeart/2018/2/layout/IconVerticalSolidList"/>
    <dgm:cxn modelId="{494B698C-39AF-4B45-A525-3236F6F42283}" type="presParOf" srcId="{AE1FEEEF-C763-47B2-8282-ECE520C6A6F0}" destId="{4AC9C7BC-EFA3-4A7D-8828-240451772E77}" srcOrd="2" destOrd="0" presId="urn:microsoft.com/office/officeart/2018/2/layout/IconVerticalSolidList"/>
    <dgm:cxn modelId="{297965D7-F1D8-4EA4-BDEB-2AF1DD8872FB}" type="presParOf" srcId="{AE1FEEEF-C763-47B2-8282-ECE520C6A6F0}" destId="{7B5646E6-8BB9-4896-B6E3-53D33EBB7732}" srcOrd="3" destOrd="0" presId="urn:microsoft.com/office/officeart/2018/2/layout/IconVerticalSolidList"/>
    <dgm:cxn modelId="{A71421B4-714D-4F78-B473-E590AF68B54B}" type="presParOf" srcId="{EB782D3B-3C1E-4B3D-AE3F-B3245F568618}" destId="{9F41CE64-B392-4855-94B3-CB7EF6FFFC4D}" srcOrd="3" destOrd="0" presId="urn:microsoft.com/office/officeart/2018/2/layout/IconVerticalSolidList"/>
    <dgm:cxn modelId="{0B94FE13-32EB-4B04-A863-CBBDC027F8E9}" type="presParOf" srcId="{EB782D3B-3C1E-4B3D-AE3F-B3245F568618}" destId="{5C2F9768-73E4-4042-A5CC-092682ED18F7}" srcOrd="4" destOrd="0" presId="urn:microsoft.com/office/officeart/2018/2/layout/IconVerticalSolidList"/>
    <dgm:cxn modelId="{BAB85C42-2446-4F29-82B1-7AA51A4B57C8}" type="presParOf" srcId="{5C2F9768-73E4-4042-A5CC-092682ED18F7}" destId="{5597055F-9BED-43CE-8103-6481F66DD090}" srcOrd="0" destOrd="0" presId="urn:microsoft.com/office/officeart/2018/2/layout/IconVerticalSolidList"/>
    <dgm:cxn modelId="{06B25D08-F80D-4039-BBE1-688FDC0BA510}" type="presParOf" srcId="{5C2F9768-73E4-4042-A5CC-092682ED18F7}" destId="{1050398F-E88A-4C8B-B5D7-6656393B1276}" srcOrd="1" destOrd="0" presId="urn:microsoft.com/office/officeart/2018/2/layout/IconVerticalSolidList"/>
    <dgm:cxn modelId="{14F658B8-D595-4C35-8A40-3930E6DF612A}" type="presParOf" srcId="{5C2F9768-73E4-4042-A5CC-092682ED18F7}" destId="{C1719492-8D14-44DE-BF97-1CB53275AB21}" srcOrd="2" destOrd="0" presId="urn:microsoft.com/office/officeart/2018/2/layout/IconVerticalSolidList"/>
    <dgm:cxn modelId="{9F16D02F-8515-4F72-8766-1E6516F45DCF}" type="presParOf" srcId="{5C2F9768-73E4-4042-A5CC-092682ED18F7}" destId="{F55EA232-0B9A-4CDD-A12A-3857DBE72689}" srcOrd="3" destOrd="0" presId="urn:microsoft.com/office/officeart/2018/2/layout/IconVerticalSolidList"/>
    <dgm:cxn modelId="{D4E78493-0687-431B-AE2E-C5673EA6FEA7}" type="presParOf" srcId="{EB782D3B-3C1E-4B3D-AE3F-B3245F568618}" destId="{9E15AAD7-2895-40B6-B517-A2C70B55D675}" srcOrd="5" destOrd="0" presId="urn:microsoft.com/office/officeart/2018/2/layout/IconVerticalSolidList"/>
    <dgm:cxn modelId="{AFB0AF05-6E42-461C-88AD-F83F118C413B}" type="presParOf" srcId="{EB782D3B-3C1E-4B3D-AE3F-B3245F568618}" destId="{627153C4-BC01-41CD-A56C-65FB3E074D13}" srcOrd="6" destOrd="0" presId="urn:microsoft.com/office/officeart/2018/2/layout/IconVerticalSolidList"/>
    <dgm:cxn modelId="{2E081BEC-9DB8-475A-9AFC-687A9EE1F09B}" type="presParOf" srcId="{627153C4-BC01-41CD-A56C-65FB3E074D13}" destId="{A07FF3CB-9D63-452C-A2FC-832259E6FF18}" srcOrd="0" destOrd="0" presId="urn:microsoft.com/office/officeart/2018/2/layout/IconVerticalSolidList"/>
    <dgm:cxn modelId="{CE41C4EC-806D-4C97-98A7-4C1A819568CD}" type="presParOf" srcId="{627153C4-BC01-41CD-A56C-65FB3E074D13}" destId="{36D02301-3E1B-45C2-9AB9-1BF943CE45BD}" srcOrd="1" destOrd="0" presId="urn:microsoft.com/office/officeart/2018/2/layout/IconVerticalSolidList"/>
    <dgm:cxn modelId="{52F60D86-1181-4874-B877-B3C7E186B83F}" type="presParOf" srcId="{627153C4-BC01-41CD-A56C-65FB3E074D13}" destId="{243971A1-3D1D-416F-BBE5-2295C3908BA3}" srcOrd="2" destOrd="0" presId="urn:microsoft.com/office/officeart/2018/2/layout/IconVerticalSolidList"/>
    <dgm:cxn modelId="{8A81CFA8-261D-4999-9BCB-E5D6DD68A3A0}" type="presParOf" srcId="{627153C4-BC01-41CD-A56C-65FB3E074D13}" destId="{AF596C28-7120-4D21-9754-28C55FA059F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1B122AB-ABF5-41CD-98A3-5094D86CFA8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18D1083-29F2-4E42-B11F-0EEFEEE0483E}">
      <dgm:prSet/>
      <dgm:spPr/>
      <dgm:t>
        <a:bodyPr/>
        <a:lstStyle/>
        <a:p>
          <a:pPr>
            <a:lnSpc>
              <a:spcPct val="100000"/>
            </a:lnSpc>
          </a:pPr>
          <a:r>
            <a:rPr lang="en-US"/>
            <a:t>Functions provided by React that give functions access to internal workings of React.</a:t>
          </a:r>
        </a:p>
      </dgm:t>
    </dgm:pt>
    <dgm:pt modelId="{AA8DD8E7-43A9-4041-AB0C-CD04F93C02ED}" type="parTrans" cxnId="{AA4DB85D-9CFF-4124-9E6E-B39C7003998E}">
      <dgm:prSet/>
      <dgm:spPr/>
      <dgm:t>
        <a:bodyPr/>
        <a:lstStyle/>
        <a:p>
          <a:endParaRPr lang="en-US"/>
        </a:p>
      </dgm:t>
    </dgm:pt>
    <dgm:pt modelId="{AA89FA68-9E25-4A5D-8DFE-7CA66A10B083}" type="sibTrans" cxnId="{AA4DB85D-9CFF-4124-9E6E-B39C7003998E}">
      <dgm:prSet/>
      <dgm:spPr/>
      <dgm:t>
        <a:bodyPr/>
        <a:lstStyle/>
        <a:p>
          <a:endParaRPr lang="en-US"/>
        </a:p>
      </dgm:t>
    </dgm:pt>
    <dgm:pt modelId="{BC40922D-FB10-4ABC-8FDF-D19544E84A42}">
      <dgm:prSet/>
      <dgm:spPr/>
      <dgm:t>
        <a:bodyPr/>
        <a:lstStyle/>
        <a:p>
          <a:pPr>
            <a:lnSpc>
              <a:spcPct val="100000"/>
            </a:lnSpc>
          </a:pPr>
          <a:r>
            <a:rPr lang="en-US"/>
            <a:t>Useful for simulating component lifecycle and associating state with function components. </a:t>
          </a:r>
        </a:p>
      </dgm:t>
    </dgm:pt>
    <dgm:pt modelId="{81247072-B162-4786-80F1-03DC9BAD0DC3}" type="parTrans" cxnId="{259A79EE-83FB-4370-B032-A07F99C78964}">
      <dgm:prSet/>
      <dgm:spPr/>
      <dgm:t>
        <a:bodyPr/>
        <a:lstStyle/>
        <a:p>
          <a:endParaRPr lang="en-US"/>
        </a:p>
      </dgm:t>
    </dgm:pt>
    <dgm:pt modelId="{5C67DF00-9754-4E39-8344-448528E123E1}" type="sibTrans" cxnId="{259A79EE-83FB-4370-B032-A07F99C78964}">
      <dgm:prSet/>
      <dgm:spPr/>
      <dgm:t>
        <a:bodyPr/>
        <a:lstStyle/>
        <a:p>
          <a:endParaRPr lang="en-US"/>
        </a:p>
      </dgm:t>
    </dgm:pt>
    <dgm:pt modelId="{6AEAC814-1831-4BD5-84AE-AE6E3B5E76FF}" type="pres">
      <dgm:prSet presAssocID="{01B122AB-ABF5-41CD-98A3-5094D86CFA85}" presName="root" presStyleCnt="0">
        <dgm:presLayoutVars>
          <dgm:dir/>
          <dgm:resizeHandles val="exact"/>
        </dgm:presLayoutVars>
      </dgm:prSet>
      <dgm:spPr/>
    </dgm:pt>
    <dgm:pt modelId="{16586F48-FA43-482C-89B2-78E9B2EF1357}" type="pres">
      <dgm:prSet presAssocID="{218D1083-29F2-4E42-B11F-0EEFEEE0483E}" presName="compNode" presStyleCnt="0"/>
      <dgm:spPr/>
    </dgm:pt>
    <dgm:pt modelId="{9EA4BFB7-A1C0-4880-B23E-21CD3158F86C}" type="pres">
      <dgm:prSet presAssocID="{218D1083-29F2-4E42-B11F-0EEFEEE0483E}" presName="bgRect" presStyleLbl="bgShp" presStyleIdx="0" presStyleCnt="2"/>
      <dgm:spPr/>
    </dgm:pt>
    <dgm:pt modelId="{C5CCD35B-10E0-4DF7-93DB-99DECD3D480D}" type="pres">
      <dgm:prSet presAssocID="{218D1083-29F2-4E42-B11F-0EEFEEE0483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sconnected"/>
        </a:ext>
      </dgm:extLst>
    </dgm:pt>
    <dgm:pt modelId="{E05F29D7-19F0-4414-8DCE-84CA71DF6396}" type="pres">
      <dgm:prSet presAssocID="{218D1083-29F2-4E42-B11F-0EEFEEE0483E}" presName="spaceRect" presStyleCnt="0"/>
      <dgm:spPr/>
    </dgm:pt>
    <dgm:pt modelId="{1DA5B676-CF59-4D97-8A92-AAC058116ACF}" type="pres">
      <dgm:prSet presAssocID="{218D1083-29F2-4E42-B11F-0EEFEEE0483E}" presName="parTx" presStyleLbl="revTx" presStyleIdx="0" presStyleCnt="2">
        <dgm:presLayoutVars>
          <dgm:chMax val="0"/>
          <dgm:chPref val="0"/>
        </dgm:presLayoutVars>
      </dgm:prSet>
      <dgm:spPr/>
    </dgm:pt>
    <dgm:pt modelId="{E97036D8-C812-48C2-B31C-AE6578D381E8}" type="pres">
      <dgm:prSet presAssocID="{AA89FA68-9E25-4A5D-8DFE-7CA66A10B083}" presName="sibTrans" presStyleCnt="0"/>
      <dgm:spPr/>
    </dgm:pt>
    <dgm:pt modelId="{B113E0AE-1A07-4891-8759-90C6FAD4D37C}" type="pres">
      <dgm:prSet presAssocID="{BC40922D-FB10-4ABC-8FDF-D19544E84A42}" presName="compNode" presStyleCnt="0"/>
      <dgm:spPr/>
    </dgm:pt>
    <dgm:pt modelId="{557BD798-3207-4AAD-8BA2-6365E326E1B4}" type="pres">
      <dgm:prSet presAssocID="{BC40922D-FB10-4ABC-8FDF-D19544E84A42}" presName="bgRect" presStyleLbl="bgShp" presStyleIdx="1" presStyleCnt="2"/>
      <dgm:spPr/>
    </dgm:pt>
    <dgm:pt modelId="{EACFC949-D674-487E-BB65-25CC4AEE409B}" type="pres">
      <dgm:prSet presAssocID="{BC40922D-FB10-4ABC-8FDF-D19544E84A4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4DDF278E-A514-42DD-89A1-8A5E2BEFAA21}" type="pres">
      <dgm:prSet presAssocID="{BC40922D-FB10-4ABC-8FDF-D19544E84A42}" presName="spaceRect" presStyleCnt="0"/>
      <dgm:spPr/>
    </dgm:pt>
    <dgm:pt modelId="{76980A71-F7AE-4710-8467-EF4E86260E0D}" type="pres">
      <dgm:prSet presAssocID="{BC40922D-FB10-4ABC-8FDF-D19544E84A42}" presName="parTx" presStyleLbl="revTx" presStyleIdx="1" presStyleCnt="2">
        <dgm:presLayoutVars>
          <dgm:chMax val="0"/>
          <dgm:chPref val="0"/>
        </dgm:presLayoutVars>
      </dgm:prSet>
      <dgm:spPr/>
    </dgm:pt>
  </dgm:ptLst>
  <dgm:cxnLst>
    <dgm:cxn modelId="{AA4DB85D-9CFF-4124-9E6E-B39C7003998E}" srcId="{01B122AB-ABF5-41CD-98A3-5094D86CFA85}" destId="{218D1083-29F2-4E42-B11F-0EEFEEE0483E}" srcOrd="0" destOrd="0" parTransId="{AA8DD8E7-43A9-4041-AB0C-CD04F93C02ED}" sibTransId="{AA89FA68-9E25-4A5D-8DFE-7CA66A10B083}"/>
    <dgm:cxn modelId="{D9ED236B-B584-4B79-8486-AE624C400C1E}" type="presOf" srcId="{218D1083-29F2-4E42-B11F-0EEFEEE0483E}" destId="{1DA5B676-CF59-4D97-8A92-AAC058116ACF}" srcOrd="0" destOrd="0" presId="urn:microsoft.com/office/officeart/2018/2/layout/IconVerticalSolidList"/>
    <dgm:cxn modelId="{E367AD72-2D6D-4C5A-885A-E2239C0CCF42}" type="presOf" srcId="{BC40922D-FB10-4ABC-8FDF-D19544E84A42}" destId="{76980A71-F7AE-4710-8467-EF4E86260E0D}" srcOrd="0" destOrd="0" presId="urn:microsoft.com/office/officeart/2018/2/layout/IconVerticalSolidList"/>
    <dgm:cxn modelId="{2A2B9BC2-43BF-451D-9F6C-AEFCAF50F1BE}" type="presOf" srcId="{01B122AB-ABF5-41CD-98A3-5094D86CFA85}" destId="{6AEAC814-1831-4BD5-84AE-AE6E3B5E76FF}" srcOrd="0" destOrd="0" presId="urn:microsoft.com/office/officeart/2018/2/layout/IconVerticalSolidList"/>
    <dgm:cxn modelId="{259A79EE-83FB-4370-B032-A07F99C78964}" srcId="{01B122AB-ABF5-41CD-98A3-5094D86CFA85}" destId="{BC40922D-FB10-4ABC-8FDF-D19544E84A42}" srcOrd="1" destOrd="0" parTransId="{81247072-B162-4786-80F1-03DC9BAD0DC3}" sibTransId="{5C67DF00-9754-4E39-8344-448528E123E1}"/>
    <dgm:cxn modelId="{EDDB1BB8-C08E-4631-92DF-ACA99821CD5A}" type="presParOf" srcId="{6AEAC814-1831-4BD5-84AE-AE6E3B5E76FF}" destId="{16586F48-FA43-482C-89B2-78E9B2EF1357}" srcOrd="0" destOrd="0" presId="urn:microsoft.com/office/officeart/2018/2/layout/IconVerticalSolidList"/>
    <dgm:cxn modelId="{AB35976A-1F9C-428A-85A5-52CBC0823E7C}" type="presParOf" srcId="{16586F48-FA43-482C-89B2-78E9B2EF1357}" destId="{9EA4BFB7-A1C0-4880-B23E-21CD3158F86C}" srcOrd="0" destOrd="0" presId="urn:microsoft.com/office/officeart/2018/2/layout/IconVerticalSolidList"/>
    <dgm:cxn modelId="{DE661D5C-1BB6-414B-B399-E85BC251BF45}" type="presParOf" srcId="{16586F48-FA43-482C-89B2-78E9B2EF1357}" destId="{C5CCD35B-10E0-4DF7-93DB-99DECD3D480D}" srcOrd="1" destOrd="0" presId="urn:microsoft.com/office/officeart/2018/2/layout/IconVerticalSolidList"/>
    <dgm:cxn modelId="{D4C12B4C-14A4-4FAD-9CC3-17ADAA24D26B}" type="presParOf" srcId="{16586F48-FA43-482C-89B2-78E9B2EF1357}" destId="{E05F29D7-19F0-4414-8DCE-84CA71DF6396}" srcOrd="2" destOrd="0" presId="urn:microsoft.com/office/officeart/2018/2/layout/IconVerticalSolidList"/>
    <dgm:cxn modelId="{2F4F984E-48B5-4574-A63B-484873410A86}" type="presParOf" srcId="{16586F48-FA43-482C-89B2-78E9B2EF1357}" destId="{1DA5B676-CF59-4D97-8A92-AAC058116ACF}" srcOrd="3" destOrd="0" presId="urn:microsoft.com/office/officeart/2018/2/layout/IconVerticalSolidList"/>
    <dgm:cxn modelId="{EEA87724-3BA0-4DB3-A517-3680207E34E5}" type="presParOf" srcId="{6AEAC814-1831-4BD5-84AE-AE6E3B5E76FF}" destId="{E97036D8-C812-48C2-B31C-AE6578D381E8}" srcOrd="1" destOrd="0" presId="urn:microsoft.com/office/officeart/2018/2/layout/IconVerticalSolidList"/>
    <dgm:cxn modelId="{6D128FED-1355-44D7-9255-8F5EEC351FC1}" type="presParOf" srcId="{6AEAC814-1831-4BD5-84AE-AE6E3B5E76FF}" destId="{B113E0AE-1A07-4891-8759-90C6FAD4D37C}" srcOrd="2" destOrd="0" presId="urn:microsoft.com/office/officeart/2018/2/layout/IconVerticalSolidList"/>
    <dgm:cxn modelId="{1DCB6F60-0A6F-4B64-8D12-163524E72394}" type="presParOf" srcId="{B113E0AE-1A07-4891-8759-90C6FAD4D37C}" destId="{557BD798-3207-4AAD-8BA2-6365E326E1B4}" srcOrd="0" destOrd="0" presId="urn:microsoft.com/office/officeart/2018/2/layout/IconVerticalSolidList"/>
    <dgm:cxn modelId="{B5ACA1FD-CADB-4BC0-9A8E-E7C66D2DDE70}" type="presParOf" srcId="{B113E0AE-1A07-4891-8759-90C6FAD4D37C}" destId="{EACFC949-D674-487E-BB65-25CC4AEE409B}" srcOrd="1" destOrd="0" presId="urn:microsoft.com/office/officeart/2018/2/layout/IconVerticalSolidList"/>
    <dgm:cxn modelId="{1BF8CA64-760C-46D3-A3E2-16B0F6AE4D35}" type="presParOf" srcId="{B113E0AE-1A07-4891-8759-90C6FAD4D37C}" destId="{4DDF278E-A514-42DD-89A1-8A5E2BEFAA21}" srcOrd="2" destOrd="0" presId="urn:microsoft.com/office/officeart/2018/2/layout/IconVerticalSolidList"/>
    <dgm:cxn modelId="{BB583F5C-1982-4625-93EE-6230F5A79607}" type="presParOf" srcId="{B113E0AE-1A07-4891-8759-90C6FAD4D37C}" destId="{76980A71-F7AE-4710-8467-EF4E86260E0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1269CC7-3242-4FE2-90D2-3E8B131A168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F55094D-AB2B-429A-A41F-581AFBDE5DF5}">
      <dgm:prSet/>
      <dgm:spPr/>
      <dgm:t>
        <a:bodyPr/>
        <a:lstStyle/>
        <a:p>
          <a:r>
            <a:rPr lang="en-US"/>
            <a:t>Hooks seem magical at first.</a:t>
          </a:r>
        </a:p>
      </dgm:t>
    </dgm:pt>
    <dgm:pt modelId="{EC1F0807-5D3F-4B46-9665-8B73AEA203C6}" type="parTrans" cxnId="{D348701E-51E3-4BB8-AA9E-220E43F2A542}">
      <dgm:prSet/>
      <dgm:spPr/>
      <dgm:t>
        <a:bodyPr/>
        <a:lstStyle/>
        <a:p>
          <a:endParaRPr lang="en-US"/>
        </a:p>
      </dgm:t>
    </dgm:pt>
    <dgm:pt modelId="{7D415105-AFCF-4B17-AE08-C2973F503EF8}" type="sibTrans" cxnId="{D348701E-51E3-4BB8-AA9E-220E43F2A542}">
      <dgm:prSet/>
      <dgm:spPr/>
      <dgm:t>
        <a:bodyPr/>
        <a:lstStyle/>
        <a:p>
          <a:endParaRPr lang="en-US"/>
        </a:p>
      </dgm:t>
    </dgm:pt>
    <dgm:pt modelId="{55056E51-21B3-4F22-A27C-B2F1B2057B3C}">
      <dgm:prSet/>
      <dgm:spPr/>
      <dgm:t>
        <a:bodyPr/>
        <a:lstStyle/>
        <a:p>
          <a:r>
            <a:rPr lang="en-US"/>
            <a:t>Using them correctly requires a deeper understanding.</a:t>
          </a:r>
        </a:p>
      </dgm:t>
    </dgm:pt>
    <dgm:pt modelId="{218AE6C3-F03D-4025-A600-D7EC8561D018}" type="parTrans" cxnId="{F4D49A6D-ACFA-41E9-85C2-11BD8961A40A}">
      <dgm:prSet/>
      <dgm:spPr/>
      <dgm:t>
        <a:bodyPr/>
        <a:lstStyle/>
        <a:p>
          <a:endParaRPr lang="en-US"/>
        </a:p>
      </dgm:t>
    </dgm:pt>
    <dgm:pt modelId="{04D2E88F-68D1-411E-AC6A-465262B01A3B}" type="sibTrans" cxnId="{F4D49A6D-ACFA-41E9-85C2-11BD8961A40A}">
      <dgm:prSet/>
      <dgm:spPr/>
      <dgm:t>
        <a:bodyPr/>
        <a:lstStyle/>
        <a:p>
          <a:endParaRPr lang="en-US"/>
        </a:p>
      </dgm:t>
    </dgm:pt>
    <dgm:pt modelId="{531FC1DE-2A88-4DDB-9B03-CC521439CD3A}">
      <dgm:prSet/>
      <dgm:spPr/>
      <dgm:t>
        <a:bodyPr/>
        <a:lstStyle/>
        <a:p>
          <a:r>
            <a:rPr lang="en-US"/>
            <a:t>Important Points:</a:t>
          </a:r>
        </a:p>
      </dgm:t>
    </dgm:pt>
    <dgm:pt modelId="{9FB79425-E70C-4B87-9E59-8E0311034180}" type="parTrans" cxnId="{D806BD25-BB01-4794-B1D4-F6F06E0FC419}">
      <dgm:prSet/>
      <dgm:spPr/>
      <dgm:t>
        <a:bodyPr/>
        <a:lstStyle/>
        <a:p>
          <a:endParaRPr lang="en-US"/>
        </a:p>
      </dgm:t>
    </dgm:pt>
    <dgm:pt modelId="{77B7E352-B4E2-44CF-9C70-BBF4CA74352C}" type="sibTrans" cxnId="{D806BD25-BB01-4794-B1D4-F6F06E0FC419}">
      <dgm:prSet/>
      <dgm:spPr/>
      <dgm:t>
        <a:bodyPr/>
        <a:lstStyle/>
        <a:p>
          <a:endParaRPr lang="en-US"/>
        </a:p>
      </dgm:t>
    </dgm:pt>
    <dgm:pt modelId="{A5C96706-9F80-4E10-B486-EA5AFB4A39C7}">
      <dgm:prSet/>
      <dgm:spPr/>
      <dgm:t>
        <a:bodyPr/>
        <a:lstStyle/>
        <a:p>
          <a:r>
            <a:rPr lang="en-US"/>
            <a:t>Hooks store data outside of a function.</a:t>
          </a:r>
        </a:p>
      </dgm:t>
    </dgm:pt>
    <dgm:pt modelId="{173ED2ED-AF41-49A0-BD43-25E5C917EF65}" type="parTrans" cxnId="{43E8DC13-1D23-4C51-A6C3-0F6C9D1776A6}">
      <dgm:prSet/>
      <dgm:spPr/>
      <dgm:t>
        <a:bodyPr/>
        <a:lstStyle/>
        <a:p>
          <a:endParaRPr lang="en-US"/>
        </a:p>
      </dgm:t>
    </dgm:pt>
    <dgm:pt modelId="{898E738D-B6C5-4D06-8A91-B145692E6044}" type="sibTrans" cxnId="{43E8DC13-1D23-4C51-A6C3-0F6C9D1776A6}">
      <dgm:prSet/>
      <dgm:spPr/>
      <dgm:t>
        <a:bodyPr/>
        <a:lstStyle/>
        <a:p>
          <a:endParaRPr lang="en-US"/>
        </a:p>
      </dgm:t>
    </dgm:pt>
    <dgm:pt modelId="{73A5413C-AC17-4DFB-AC0D-0A5A50F53B9F}">
      <dgm:prSet/>
      <dgm:spPr/>
      <dgm:t>
        <a:bodyPr/>
        <a:lstStyle/>
        <a:p>
          <a:r>
            <a:rPr lang="en-US"/>
            <a:t>A Hook is associated with an “instance” of a function component</a:t>
          </a:r>
        </a:p>
      </dgm:t>
    </dgm:pt>
    <dgm:pt modelId="{CAD9D6E7-3286-4AEE-BB8E-C26446C5E7D3}" type="parTrans" cxnId="{21F2B41E-72AC-4A8C-8367-77E69357D88A}">
      <dgm:prSet/>
      <dgm:spPr/>
      <dgm:t>
        <a:bodyPr/>
        <a:lstStyle/>
        <a:p>
          <a:endParaRPr lang="en-US"/>
        </a:p>
      </dgm:t>
    </dgm:pt>
    <dgm:pt modelId="{D49998EA-4B5F-46BE-918C-A1999C37FE73}" type="sibTrans" cxnId="{21F2B41E-72AC-4A8C-8367-77E69357D88A}">
      <dgm:prSet/>
      <dgm:spPr/>
      <dgm:t>
        <a:bodyPr/>
        <a:lstStyle/>
        <a:p>
          <a:endParaRPr lang="en-US"/>
        </a:p>
      </dgm:t>
    </dgm:pt>
    <dgm:pt modelId="{5EF128F0-A18D-FF40-9FF2-259554C574DB}" type="pres">
      <dgm:prSet presAssocID="{C1269CC7-3242-4FE2-90D2-3E8B131A168F}" presName="linear" presStyleCnt="0">
        <dgm:presLayoutVars>
          <dgm:animLvl val="lvl"/>
          <dgm:resizeHandles val="exact"/>
        </dgm:presLayoutVars>
      </dgm:prSet>
      <dgm:spPr/>
    </dgm:pt>
    <dgm:pt modelId="{6E69A671-508A-B841-BC41-9CB13371E124}" type="pres">
      <dgm:prSet presAssocID="{6F55094D-AB2B-429A-A41F-581AFBDE5DF5}" presName="parentText" presStyleLbl="node1" presStyleIdx="0" presStyleCnt="3">
        <dgm:presLayoutVars>
          <dgm:chMax val="0"/>
          <dgm:bulletEnabled val="1"/>
        </dgm:presLayoutVars>
      </dgm:prSet>
      <dgm:spPr/>
    </dgm:pt>
    <dgm:pt modelId="{7048519C-4A93-0E45-A625-410A3CF4EDA3}" type="pres">
      <dgm:prSet presAssocID="{7D415105-AFCF-4B17-AE08-C2973F503EF8}" presName="spacer" presStyleCnt="0"/>
      <dgm:spPr/>
    </dgm:pt>
    <dgm:pt modelId="{6165D954-2470-8E4B-AFEA-1DAB08FA3A97}" type="pres">
      <dgm:prSet presAssocID="{55056E51-21B3-4F22-A27C-B2F1B2057B3C}" presName="parentText" presStyleLbl="node1" presStyleIdx="1" presStyleCnt="3">
        <dgm:presLayoutVars>
          <dgm:chMax val="0"/>
          <dgm:bulletEnabled val="1"/>
        </dgm:presLayoutVars>
      </dgm:prSet>
      <dgm:spPr/>
    </dgm:pt>
    <dgm:pt modelId="{E9BE0117-105E-F843-8C85-DE3CF1D5DFAA}" type="pres">
      <dgm:prSet presAssocID="{04D2E88F-68D1-411E-AC6A-465262B01A3B}" presName="spacer" presStyleCnt="0"/>
      <dgm:spPr/>
    </dgm:pt>
    <dgm:pt modelId="{8222177D-CB7F-7647-9C6D-B002FD3F35C1}" type="pres">
      <dgm:prSet presAssocID="{531FC1DE-2A88-4DDB-9B03-CC521439CD3A}" presName="parentText" presStyleLbl="node1" presStyleIdx="2" presStyleCnt="3">
        <dgm:presLayoutVars>
          <dgm:chMax val="0"/>
          <dgm:bulletEnabled val="1"/>
        </dgm:presLayoutVars>
      </dgm:prSet>
      <dgm:spPr/>
    </dgm:pt>
    <dgm:pt modelId="{6B16CC5F-B0D4-7B49-9FEF-D56D18D59CDA}" type="pres">
      <dgm:prSet presAssocID="{531FC1DE-2A88-4DDB-9B03-CC521439CD3A}" presName="childText" presStyleLbl="revTx" presStyleIdx="0" presStyleCnt="1">
        <dgm:presLayoutVars>
          <dgm:bulletEnabled val="1"/>
        </dgm:presLayoutVars>
      </dgm:prSet>
      <dgm:spPr/>
    </dgm:pt>
  </dgm:ptLst>
  <dgm:cxnLst>
    <dgm:cxn modelId="{F451E70C-F3F4-864E-8E9F-7D5A7240DD8A}" type="presOf" srcId="{531FC1DE-2A88-4DDB-9B03-CC521439CD3A}" destId="{8222177D-CB7F-7647-9C6D-B002FD3F35C1}" srcOrd="0" destOrd="0" presId="urn:microsoft.com/office/officeart/2005/8/layout/vList2"/>
    <dgm:cxn modelId="{43E8DC13-1D23-4C51-A6C3-0F6C9D1776A6}" srcId="{531FC1DE-2A88-4DDB-9B03-CC521439CD3A}" destId="{A5C96706-9F80-4E10-B486-EA5AFB4A39C7}" srcOrd="0" destOrd="0" parTransId="{173ED2ED-AF41-49A0-BD43-25E5C917EF65}" sibTransId="{898E738D-B6C5-4D06-8A91-B145692E6044}"/>
    <dgm:cxn modelId="{D348701E-51E3-4BB8-AA9E-220E43F2A542}" srcId="{C1269CC7-3242-4FE2-90D2-3E8B131A168F}" destId="{6F55094D-AB2B-429A-A41F-581AFBDE5DF5}" srcOrd="0" destOrd="0" parTransId="{EC1F0807-5D3F-4B46-9665-8B73AEA203C6}" sibTransId="{7D415105-AFCF-4B17-AE08-C2973F503EF8}"/>
    <dgm:cxn modelId="{21F2B41E-72AC-4A8C-8367-77E69357D88A}" srcId="{531FC1DE-2A88-4DDB-9B03-CC521439CD3A}" destId="{73A5413C-AC17-4DFB-AC0D-0A5A50F53B9F}" srcOrd="1" destOrd="0" parTransId="{CAD9D6E7-3286-4AEE-BB8E-C26446C5E7D3}" sibTransId="{D49998EA-4B5F-46BE-918C-A1999C37FE73}"/>
    <dgm:cxn modelId="{F477A224-2152-114B-8B31-54CA7D5CE4D3}" type="presOf" srcId="{6F55094D-AB2B-429A-A41F-581AFBDE5DF5}" destId="{6E69A671-508A-B841-BC41-9CB13371E124}" srcOrd="0" destOrd="0" presId="urn:microsoft.com/office/officeart/2005/8/layout/vList2"/>
    <dgm:cxn modelId="{D806BD25-BB01-4794-B1D4-F6F06E0FC419}" srcId="{C1269CC7-3242-4FE2-90D2-3E8B131A168F}" destId="{531FC1DE-2A88-4DDB-9B03-CC521439CD3A}" srcOrd="2" destOrd="0" parTransId="{9FB79425-E70C-4B87-9E59-8E0311034180}" sibTransId="{77B7E352-B4E2-44CF-9C70-BBF4CA74352C}"/>
    <dgm:cxn modelId="{214D1340-E5B9-EF48-92DA-65AB30E75DE6}" type="presOf" srcId="{73A5413C-AC17-4DFB-AC0D-0A5A50F53B9F}" destId="{6B16CC5F-B0D4-7B49-9FEF-D56D18D59CDA}" srcOrd="0" destOrd="1" presId="urn:microsoft.com/office/officeart/2005/8/layout/vList2"/>
    <dgm:cxn modelId="{F4D49A6D-ACFA-41E9-85C2-11BD8961A40A}" srcId="{C1269CC7-3242-4FE2-90D2-3E8B131A168F}" destId="{55056E51-21B3-4F22-A27C-B2F1B2057B3C}" srcOrd="1" destOrd="0" parTransId="{218AE6C3-F03D-4025-A600-D7EC8561D018}" sibTransId="{04D2E88F-68D1-411E-AC6A-465262B01A3B}"/>
    <dgm:cxn modelId="{B25A9973-3478-124B-8402-BD32BA957E7A}" type="presOf" srcId="{C1269CC7-3242-4FE2-90D2-3E8B131A168F}" destId="{5EF128F0-A18D-FF40-9FF2-259554C574DB}" srcOrd="0" destOrd="0" presId="urn:microsoft.com/office/officeart/2005/8/layout/vList2"/>
    <dgm:cxn modelId="{8D2AFCA5-C7C7-174C-AAE4-F384CB748576}" type="presOf" srcId="{A5C96706-9F80-4E10-B486-EA5AFB4A39C7}" destId="{6B16CC5F-B0D4-7B49-9FEF-D56D18D59CDA}" srcOrd="0" destOrd="0" presId="urn:microsoft.com/office/officeart/2005/8/layout/vList2"/>
    <dgm:cxn modelId="{931BA6C6-41A3-B542-8D8D-C896B07DFD7E}" type="presOf" srcId="{55056E51-21B3-4F22-A27C-B2F1B2057B3C}" destId="{6165D954-2470-8E4B-AFEA-1DAB08FA3A97}" srcOrd="0" destOrd="0" presId="urn:microsoft.com/office/officeart/2005/8/layout/vList2"/>
    <dgm:cxn modelId="{8E21C83F-1568-8645-84A3-83317DB99615}" type="presParOf" srcId="{5EF128F0-A18D-FF40-9FF2-259554C574DB}" destId="{6E69A671-508A-B841-BC41-9CB13371E124}" srcOrd="0" destOrd="0" presId="urn:microsoft.com/office/officeart/2005/8/layout/vList2"/>
    <dgm:cxn modelId="{A03F9D85-D031-9443-9ADA-196A9253F952}" type="presParOf" srcId="{5EF128F0-A18D-FF40-9FF2-259554C574DB}" destId="{7048519C-4A93-0E45-A625-410A3CF4EDA3}" srcOrd="1" destOrd="0" presId="urn:microsoft.com/office/officeart/2005/8/layout/vList2"/>
    <dgm:cxn modelId="{B588F817-2762-8948-BAF7-AB297551FBEC}" type="presParOf" srcId="{5EF128F0-A18D-FF40-9FF2-259554C574DB}" destId="{6165D954-2470-8E4B-AFEA-1DAB08FA3A97}" srcOrd="2" destOrd="0" presId="urn:microsoft.com/office/officeart/2005/8/layout/vList2"/>
    <dgm:cxn modelId="{F9EC6C3F-03A7-F24E-B581-748B03A66227}" type="presParOf" srcId="{5EF128F0-A18D-FF40-9FF2-259554C574DB}" destId="{E9BE0117-105E-F843-8C85-DE3CF1D5DFAA}" srcOrd="3" destOrd="0" presId="urn:microsoft.com/office/officeart/2005/8/layout/vList2"/>
    <dgm:cxn modelId="{308C07FB-62F7-4945-ADFA-08891449142F}" type="presParOf" srcId="{5EF128F0-A18D-FF40-9FF2-259554C574DB}" destId="{8222177D-CB7F-7647-9C6D-B002FD3F35C1}" srcOrd="4" destOrd="0" presId="urn:microsoft.com/office/officeart/2005/8/layout/vList2"/>
    <dgm:cxn modelId="{80165B58-9ACE-F141-8F8D-44829F91AA69}" type="presParOf" srcId="{5EF128F0-A18D-FF40-9FF2-259554C574DB}" destId="{6B16CC5F-B0D4-7B49-9FEF-D56D18D59CDA}"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46074B2-3257-4AA2-A059-867ED1DAF2C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A53E780-42B1-4790-836A-BAC068C42AA4}">
      <dgm:prSet/>
      <dgm:spPr/>
      <dgm:t>
        <a:bodyPr/>
        <a:lstStyle/>
        <a:p>
          <a:pPr>
            <a:lnSpc>
              <a:spcPct val="100000"/>
            </a:lnSpc>
          </a:pPr>
          <a:r>
            <a:rPr lang="en-US"/>
            <a:t>Function components don’t technically have instances, and they don’t technically render.</a:t>
          </a:r>
        </a:p>
      </dgm:t>
    </dgm:pt>
    <dgm:pt modelId="{269E4251-D32E-44A0-BEF7-E2E73F3C8BE6}" type="parTrans" cxnId="{04E5669C-A530-4A19-8DDE-EF2B517016FD}">
      <dgm:prSet/>
      <dgm:spPr/>
      <dgm:t>
        <a:bodyPr/>
        <a:lstStyle/>
        <a:p>
          <a:endParaRPr lang="en-US"/>
        </a:p>
      </dgm:t>
    </dgm:pt>
    <dgm:pt modelId="{19C98A6D-F694-4228-8010-A8323DBF51D7}" type="sibTrans" cxnId="{04E5669C-A530-4A19-8DDE-EF2B517016FD}">
      <dgm:prSet/>
      <dgm:spPr/>
      <dgm:t>
        <a:bodyPr/>
        <a:lstStyle/>
        <a:p>
          <a:endParaRPr lang="en-US"/>
        </a:p>
      </dgm:t>
    </dgm:pt>
    <dgm:pt modelId="{BE8D0E19-2C17-4094-8627-483E38E946DD}">
      <dgm:prSet/>
      <dgm:spPr/>
      <dgm:t>
        <a:bodyPr/>
        <a:lstStyle/>
        <a:p>
          <a:pPr>
            <a:lnSpc>
              <a:spcPct val="100000"/>
            </a:lnSpc>
          </a:pPr>
          <a:r>
            <a:rPr lang="en-US"/>
            <a:t>A function component is just a function that returns a piece of the UI when it’s invoked.</a:t>
          </a:r>
        </a:p>
      </dgm:t>
    </dgm:pt>
    <dgm:pt modelId="{F32766A8-B9F8-45C5-B8AA-80B2F9D9B673}" type="parTrans" cxnId="{91103520-B55D-47A9-B849-8FD2AA7C47AC}">
      <dgm:prSet/>
      <dgm:spPr/>
      <dgm:t>
        <a:bodyPr/>
        <a:lstStyle/>
        <a:p>
          <a:endParaRPr lang="en-US"/>
        </a:p>
      </dgm:t>
    </dgm:pt>
    <dgm:pt modelId="{6ADFCEA6-B5C9-4A87-A6A7-568422B01678}" type="sibTrans" cxnId="{91103520-B55D-47A9-B849-8FD2AA7C47AC}">
      <dgm:prSet/>
      <dgm:spPr/>
      <dgm:t>
        <a:bodyPr/>
        <a:lstStyle/>
        <a:p>
          <a:endParaRPr lang="en-US"/>
        </a:p>
      </dgm:t>
    </dgm:pt>
    <dgm:pt modelId="{10E42170-4000-419C-9479-9C03AB6CCA34}">
      <dgm:prSet/>
      <dgm:spPr/>
      <dgm:t>
        <a:bodyPr/>
        <a:lstStyle/>
        <a:p>
          <a:pPr>
            <a:lnSpc>
              <a:spcPct val="100000"/>
            </a:lnSpc>
          </a:pPr>
          <a:r>
            <a:rPr lang="en-US"/>
            <a:t>Unless you store data outside of the function and access it when the function runs, functions have no way of persisting data between invocations.</a:t>
          </a:r>
        </a:p>
      </dgm:t>
    </dgm:pt>
    <dgm:pt modelId="{829E4C94-6659-442E-89B8-99D9E707610A}" type="parTrans" cxnId="{0B8CF538-1A25-467A-AB35-0BC1226E4543}">
      <dgm:prSet/>
      <dgm:spPr/>
      <dgm:t>
        <a:bodyPr/>
        <a:lstStyle/>
        <a:p>
          <a:endParaRPr lang="en-US"/>
        </a:p>
      </dgm:t>
    </dgm:pt>
    <dgm:pt modelId="{C4A70687-DD81-4A55-A532-354753BABE47}" type="sibTrans" cxnId="{0B8CF538-1A25-467A-AB35-0BC1226E4543}">
      <dgm:prSet/>
      <dgm:spPr/>
      <dgm:t>
        <a:bodyPr/>
        <a:lstStyle/>
        <a:p>
          <a:endParaRPr lang="en-US"/>
        </a:p>
      </dgm:t>
    </dgm:pt>
    <dgm:pt modelId="{63703CA4-F866-430A-9EDF-BBEFB1455C20}" type="pres">
      <dgm:prSet presAssocID="{246074B2-3257-4AA2-A059-867ED1DAF2CD}" presName="root" presStyleCnt="0">
        <dgm:presLayoutVars>
          <dgm:dir/>
          <dgm:resizeHandles val="exact"/>
        </dgm:presLayoutVars>
      </dgm:prSet>
      <dgm:spPr/>
    </dgm:pt>
    <dgm:pt modelId="{915B271F-916C-4CB3-A1CD-0B6CB95E1D06}" type="pres">
      <dgm:prSet presAssocID="{EA53E780-42B1-4790-836A-BAC068C42AA4}" presName="compNode" presStyleCnt="0"/>
      <dgm:spPr/>
    </dgm:pt>
    <dgm:pt modelId="{8630489B-C266-4E38-A6AE-191825B02FF7}" type="pres">
      <dgm:prSet presAssocID="{EA53E780-42B1-4790-836A-BAC068C42AA4}" presName="bgRect" presStyleLbl="bgShp" presStyleIdx="0" presStyleCnt="3"/>
      <dgm:spPr/>
    </dgm:pt>
    <dgm:pt modelId="{F1767D81-0EFD-49AC-81CC-F25C616ECDA2}" type="pres">
      <dgm:prSet presAssocID="{EA53E780-42B1-4790-836A-BAC068C42AA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99555F18-5F2F-4305-B090-4199BBD2090E}" type="pres">
      <dgm:prSet presAssocID="{EA53E780-42B1-4790-836A-BAC068C42AA4}" presName="spaceRect" presStyleCnt="0"/>
      <dgm:spPr/>
    </dgm:pt>
    <dgm:pt modelId="{5A00E86F-0C90-4BC4-8C2C-EBDFB74AC379}" type="pres">
      <dgm:prSet presAssocID="{EA53E780-42B1-4790-836A-BAC068C42AA4}" presName="parTx" presStyleLbl="revTx" presStyleIdx="0" presStyleCnt="3">
        <dgm:presLayoutVars>
          <dgm:chMax val="0"/>
          <dgm:chPref val="0"/>
        </dgm:presLayoutVars>
      </dgm:prSet>
      <dgm:spPr/>
    </dgm:pt>
    <dgm:pt modelId="{1A463267-F709-45CD-908E-F2A2D63BA1DD}" type="pres">
      <dgm:prSet presAssocID="{19C98A6D-F694-4228-8010-A8323DBF51D7}" presName="sibTrans" presStyleCnt="0"/>
      <dgm:spPr/>
    </dgm:pt>
    <dgm:pt modelId="{11DE1B19-F6F0-475B-9D04-DC11860A9AE7}" type="pres">
      <dgm:prSet presAssocID="{BE8D0E19-2C17-4094-8627-483E38E946DD}" presName="compNode" presStyleCnt="0"/>
      <dgm:spPr/>
    </dgm:pt>
    <dgm:pt modelId="{0D02F50A-AA1F-4507-99AD-627D1514958F}" type="pres">
      <dgm:prSet presAssocID="{BE8D0E19-2C17-4094-8627-483E38E946DD}" presName="bgRect" presStyleLbl="bgShp" presStyleIdx="1" presStyleCnt="3"/>
      <dgm:spPr/>
    </dgm:pt>
    <dgm:pt modelId="{77D8F44C-2C17-4918-90CF-9E9DF601829B}" type="pres">
      <dgm:prSet presAssocID="{BE8D0E19-2C17-4094-8627-483E38E946D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eb Design"/>
        </a:ext>
      </dgm:extLst>
    </dgm:pt>
    <dgm:pt modelId="{9A51A770-CA64-4FAF-83AB-78B184038315}" type="pres">
      <dgm:prSet presAssocID="{BE8D0E19-2C17-4094-8627-483E38E946DD}" presName="spaceRect" presStyleCnt="0"/>
      <dgm:spPr/>
    </dgm:pt>
    <dgm:pt modelId="{865B87B8-1039-45A6-BF9A-AE215C81DC5D}" type="pres">
      <dgm:prSet presAssocID="{BE8D0E19-2C17-4094-8627-483E38E946DD}" presName="parTx" presStyleLbl="revTx" presStyleIdx="1" presStyleCnt="3">
        <dgm:presLayoutVars>
          <dgm:chMax val="0"/>
          <dgm:chPref val="0"/>
        </dgm:presLayoutVars>
      </dgm:prSet>
      <dgm:spPr/>
    </dgm:pt>
    <dgm:pt modelId="{0BD6BD6B-0A77-49B5-BB9B-825071F21EBB}" type="pres">
      <dgm:prSet presAssocID="{6ADFCEA6-B5C9-4A87-A6A7-568422B01678}" presName="sibTrans" presStyleCnt="0"/>
      <dgm:spPr/>
    </dgm:pt>
    <dgm:pt modelId="{AEC52AC8-E174-4EB4-93ED-E73AEE58197C}" type="pres">
      <dgm:prSet presAssocID="{10E42170-4000-419C-9479-9C03AB6CCA34}" presName="compNode" presStyleCnt="0"/>
      <dgm:spPr/>
    </dgm:pt>
    <dgm:pt modelId="{567527F3-1F01-4494-A056-1CBA520D0B85}" type="pres">
      <dgm:prSet presAssocID="{10E42170-4000-419C-9479-9C03AB6CCA34}" presName="bgRect" presStyleLbl="bgShp" presStyleIdx="2" presStyleCnt="3"/>
      <dgm:spPr/>
    </dgm:pt>
    <dgm:pt modelId="{F77AB500-28F0-409E-BFD0-8F327F0455CD}" type="pres">
      <dgm:prSet presAssocID="{10E42170-4000-419C-9479-9C03AB6CCA3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lowchart"/>
        </a:ext>
      </dgm:extLst>
    </dgm:pt>
    <dgm:pt modelId="{2D5E777E-9E43-456D-8B72-BE6AB01372C9}" type="pres">
      <dgm:prSet presAssocID="{10E42170-4000-419C-9479-9C03AB6CCA34}" presName="spaceRect" presStyleCnt="0"/>
      <dgm:spPr/>
    </dgm:pt>
    <dgm:pt modelId="{3BC0F37B-A7E1-4025-912A-3BF5CD87E49E}" type="pres">
      <dgm:prSet presAssocID="{10E42170-4000-419C-9479-9C03AB6CCA34}" presName="parTx" presStyleLbl="revTx" presStyleIdx="2" presStyleCnt="3">
        <dgm:presLayoutVars>
          <dgm:chMax val="0"/>
          <dgm:chPref val="0"/>
        </dgm:presLayoutVars>
      </dgm:prSet>
      <dgm:spPr/>
    </dgm:pt>
  </dgm:ptLst>
  <dgm:cxnLst>
    <dgm:cxn modelId="{91103520-B55D-47A9-B849-8FD2AA7C47AC}" srcId="{246074B2-3257-4AA2-A059-867ED1DAF2CD}" destId="{BE8D0E19-2C17-4094-8627-483E38E946DD}" srcOrd="1" destOrd="0" parTransId="{F32766A8-B9F8-45C5-B8AA-80B2F9D9B673}" sibTransId="{6ADFCEA6-B5C9-4A87-A6A7-568422B01678}"/>
    <dgm:cxn modelId="{0B8CF538-1A25-467A-AB35-0BC1226E4543}" srcId="{246074B2-3257-4AA2-A059-867ED1DAF2CD}" destId="{10E42170-4000-419C-9479-9C03AB6CCA34}" srcOrd="2" destOrd="0" parTransId="{829E4C94-6659-442E-89B8-99D9E707610A}" sibTransId="{C4A70687-DD81-4A55-A532-354753BABE47}"/>
    <dgm:cxn modelId="{005B463A-8205-4DC6-B0D9-E28188DC5129}" type="presOf" srcId="{EA53E780-42B1-4790-836A-BAC068C42AA4}" destId="{5A00E86F-0C90-4BC4-8C2C-EBDFB74AC379}" srcOrd="0" destOrd="0" presId="urn:microsoft.com/office/officeart/2018/2/layout/IconVerticalSolidList"/>
    <dgm:cxn modelId="{0CF99B53-A0B2-4E60-AE8E-95AA5D287361}" type="presOf" srcId="{BE8D0E19-2C17-4094-8627-483E38E946DD}" destId="{865B87B8-1039-45A6-BF9A-AE215C81DC5D}" srcOrd="0" destOrd="0" presId="urn:microsoft.com/office/officeart/2018/2/layout/IconVerticalSolidList"/>
    <dgm:cxn modelId="{4B28F36C-7EBC-4D50-B473-83EE9466D175}" type="presOf" srcId="{246074B2-3257-4AA2-A059-867ED1DAF2CD}" destId="{63703CA4-F866-430A-9EDF-BBEFB1455C20}" srcOrd="0" destOrd="0" presId="urn:microsoft.com/office/officeart/2018/2/layout/IconVerticalSolidList"/>
    <dgm:cxn modelId="{04E5669C-A530-4A19-8DDE-EF2B517016FD}" srcId="{246074B2-3257-4AA2-A059-867ED1DAF2CD}" destId="{EA53E780-42B1-4790-836A-BAC068C42AA4}" srcOrd="0" destOrd="0" parTransId="{269E4251-D32E-44A0-BEF7-E2E73F3C8BE6}" sibTransId="{19C98A6D-F694-4228-8010-A8323DBF51D7}"/>
    <dgm:cxn modelId="{89C488CB-3F05-43E1-824D-A46EA1E4ACFE}" type="presOf" srcId="{10E42170-4000-419C-9479-9C03AB6CCA34}" destId="{3BC0F37B-A7E1-4025-912A-3BF5CD87E49E}" srcOrd="0" destOrd="0" presId="urn:microsoft.com/office/officeart/2018/2/layout/IconVerticalSolidList"/>
    <dgm:cxn modelId="{500C79D4-F15D-4187-B4EC-D6D862BC218C}" type="presParOf" srcId="{63703CA4-F866-430A-9EDF-BBEFB1455C20}" destId="{915B271F-916C-4CB3-A1CD-0B6CB95E1D06}" srcOrd="0" destOrd="0" presId="urn:microsoft.com/office/officeart/2018/2/layout/IconVerticalSolidList"/>
    <dgm:cxn modelId="{D2A61428-D4BD-490D-BD62-13D9945A0BFD}" type="presParOf" srcId="{915B271F-916C-4CB3-A1CD-0B6CB95E1D06}" destId="{8630489B-C266-4E38-A6AE-191825B02FF7}" srcOrd="0" destOrd="0" presId="urn:microsoft.com/office/officeart/2018/2/layout/IconVerticalSolidList"/>
    <dgm:cxn modelId="{BA29F138-BC9E-4F12-932E-77A2884BF157}" type="presParOf" srcId="{915B271F-916C-4CB3-A1CD-0B6CB95E1D06}" destId="{F1767D81-0EFD-49AC-81CC-F25C616ECDA2}" srcOrd="1" destOrd="0" presId="urn:microsoft.com/office/officeart/2018/2/layout/IconVerticalSolidList"/>
    <dgm:cxn modelId="{0B7105EB-D279-4E7E-826A-50176DC278BA}" type="presParOf" srcId="{915B271F-916C-4CB3-A1CD-0B6CB95E1D06}" destId="{99555F18-5F2F-4305-B090-4199BBD2090E}" srcOrd="2" destOrd="0" presId="urn:microsoft.com/office/officeart/2018/2/layout/IconVerticalSolidList"/>
    <dgm:cxn modelId="{C6EF074F-65C3-47B6-A1EE-EDA4ABA97BE2}" type="presParOf" srcId="{915B271F-916C-4CB3-A1CD-0B6CB95E1D06}" destId="{5A00E86F-0C90-4BC4-8C2C-EBDFB74AC379}" srcOrd="3" destOrd="0" presId="urn:microsoft.com/office/officeart/2018/2/layout/IconVerticalSolidList"/>
    <dgm:cxn modelId="{187D2986-ABBA-4D29-B258-C050ABC3D9E0}" type="presParOf" srcId="{63703CA4-F866-430A-9EDF-BBEFB1455C20}" destId="{1A463267-F709-45CD-908E-F2A2D63BA1DD}" srcOrd="1" destOrd="0" presId="urn:microsoft.com/office/officeart/2018/2/layout/IconVerticalSolidList"/>
    <dgm:cxn modelId="{36CC7EA0-6226-4BF1-96C4-DBB870DDF91C}" type="presParOf" srcId="{63703CA4-F866-430A-9EDF-BBEFB1455C20}" destId="{11DE1B19-F6F0-475B-9D04-DC11860A9AE7}" srcOrd="2" destOrd="0" presId="urn:microsoft.com/office/officeart/2018/2/layout/IconVerticalSolidList"/>
    <dgm:cxn modelId="{59BCC7F8-A2AE-4E09-8C32-331D77BDFDF4}" type="presParOf" srcId="{11DE1B19-F6F0-475B-9D04-DC11860A9AE7}" destId="{0D02F50A-AA1F-4507-99AD-627D1514958F}" srcOrd="0" destOrd="0" presId="urn:microsoft.com/office/officeart/2018/2/layout/IconVerticalSolidList"/>
    <dgm:cxn modelId="{D4D5F3FB-A7A4-40AA-B702-1720191962F9}" type="presParOf" srcId="{11DE1B19-F6F0-475B-9D04-DC11860A9AE7}" destId="{77D8F44C-2C17-4918-90CF-9E9DF601829B}" srcOrd="1" destOrd="0" presId="urn:microsoft.com/office/officeart/2018/2/layout/IconVerticalSolidList"/>
    <dgm:cxn modelId="{CE1277EA-3E93-4164-9CB8-620AD8F53DC7}" type="presParOf" srcId="{11DE1B19-F6F0-475B-9D04-DC11860A9AE7}" destId="{9A51A770-CA64-4FAF-83AB-78B184038315}" srcOrd="2" destOrd="0" presId="urn:microsoft.com/office/officeart/2018/2/layout/IconVerticalSolidList"/>
    <dgm:cxn modelId="{1DF6A33F-1313-46B2-8E37-AE9CA959AF9C}" type="presParOf" srcId="{11DE1B19-F6F0-475B-9D04-DC11860A9AE7}" destId="{865B87B8-1039-45A6-BF9A-AE215C81DC5D}" srcOrd="3" destOrd="0" presId="urn:microsoft.com/office/officeart/2018/2/layout/IconVerticalSolidList"/>
    <dgm:cxn modelId="{FE2D96D2-AF17-41E2-8494-4887F6A664B3}" type="presParOf" srcId="{63703CA4-F866-430A-9EDF-BBEFB1455C20}" destId="{0BD6BD6B-0A77-49B5-BB9B-825071F21EBB}" srcOrd="3" destOrd="0" presId="urn:microsoft.com/office/officeart/2018/2/layout/IconVerticalSolidList"/>
    <dgm:cxn modelId="{450FA726-EE93-4C16-BA2C-9F3336203E4A}" type="presParOf" srcId="{63703CA4-F866-430A-9EDF-BBEFB1455C20}" destId="{AEC52AC8-E174-4EB4-93ED-E73AEE58197C}" srcOrd="4" destOrd="0" presId="urn:microsoft.com/office/officeart/2018/2/layout/IconVerticalSolidList"/>
    <dgm:cxn modelId="{786F3AC2-C5D6-4D95-8359-70395DDC131A}" type="presParOf" srcId="{AEC52AC8-E174-4EB4-93ED-E73AEE58197C}" destId="{567527F3-1F01-4494-A056-1CBA520D0B85}" srcOrd="0" destOrd="0" presId="urn:microsoft.com/office/officeart/2018/2/layout/IconVerticalSolidList"/>
    <dgm:cxn modelId="{466FAAC8-BCAD-454A-881B-47A22389EFCB}" type="presParOf" srcId="{AEC52AC8-E174-4EB4-93ED-E73AEE58197C}" destId="{F77AB500-28F0-409E-BFD0-8F327F0455CD}" srcOrd="1" destOrd="0" presId="urn:microsoft.com/office/officeart/2018/2/layout/IconVerticalSolidList"/>
    <dgm:cxn modelId="{BCEE05EA-2183-4E8A-8223-89F07B959D63}" type="presParOf" srcId="{AEC52AC8-E174-4EB4-93ED-E73AEE58197C}" destId="{2D5E777E-9E43-456D-8B72-BE6AB01372C9}" srcOrd="2" destOrd="0" presId="urn:microsoft.com/office/officeart/2018/2/layout/IconVerticalSolidList"/>
    <dgm:cxn modelId="{A49CCBC1-6CCF-4CEA-89AC-3441E7A3A0FD}" type="presParOf" srcId="{AEC52AC8-E174-4EB4-93ED-E73AEE58197C}" destId="{3BC0F37B-A7E1-4025-912A-3BF5CD87E49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0C16969-1F4C-40EC-91F1-D08117217C5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761C8CC-C19C-4429-977B-FC4C72F3AF4C}">
      <dgm:prSet/>
      <dgm:spPr/>
      <dgm:t>
        <a:bodyPr/>
        <a:lstStyle/>
        <a:p>
          <a:r>
            <a:rPr lang="en-US"/>
            <a:t>The useState hook sets a persistent value in React and associates it with the “instance” of the function component.</a:t>
          </a:r>
        </a:p>
      </dgm:t>
    </dgm:pt>
    <dgm:pt modelId="{19CF559D-834E-4752-84BE-FBE38E1CD919}" type="parTrans" cxnId="{6A1DB91F-D073-47E0-B0B4-EFD59E1287EB}">
      <dgm:prSet/>
      <dgm:spPr/>
      <dgm:t>
        <a:bodyPr/>
        <a:lstStyle/>
        <a:p>
          <a:endParaRPr lang="en-US"/>
        </a:p>
      </dgm:t>
    </dgm:pt>
    <dgm:pt modelId="{CEEFB143-E8E2-4D00-AFCB-78178166F102}" type="sibTrans" cxnId="{6A1DB91F-D073-47E0-B0B4-EFD59E1287EB}">
      <dgm:prSet/>
      <dgm:spPr/>
      <dgm:t>
        <a:bodyPr/>
        <a:lstStyle/>
        <a:p>
          <a:endParaRPr lang="en-US"/>
        </a:p>
      </dgm:t>
    </dgm:pt>
    <dgm:pt modelId="{A43D7B71-FED7-4B6D-96C9-9FF63D0C5132}">
      <dgm:prSet/>
      <dgm:spPr/>
      <dgm:t>
        <a:bodyPr/>
        <a:lstStyle/>
        <a:p>
          <a:r>
            <a:rPr lang="en-US"/>
            <a:t>Every time the function runs, each call to useState() gets its latest value from the React library (except the first time, when the value passed to useState() initializes the value).</a:t>
          </a:r>
        </a:p>
      </dgm:t>
    </dgm:pt>
    <dgm:pt modelId="{3B7FCC2B-198A-4993-9481-3DD801909EC6}" type="parTrans" cxnId="{9F0BBA3C-3F03-49A0-B989-2ECDEE2BE6B5}">
      <dgm:prSet/>
      <dgm:spPr/>
      <dgm:t>
        <a:bodyPr/>
        <a:lstStyle/>
        <a:p>
          <a:endParaRPr lang="en-US"/>
        </a:p>
      </dgm:t>
    </dgm:pt>
    <dgm:pt modelId="{6057EB84-E346-4199-8BAA-5F9E6F80226B}" type="sibTrans" cxnId="{9F0BBA3C-3F03-49A0-B989-2ECDEE2BE6B5}">
      <dgm:prSet/>
      <dgm:spPr/>
      <dgm:t>
        <a:bodyPr/>
        <a:lstStyle/>
        <a:p>
          <a:endParaRPr lang="en-US"/>
        </a:p>
      </dgm:t>
    </dgm:pt>
    <dgm:pt modelId="{B1D57973-BFA3-4502-AA12-DF49011ED7EF}">
      <dgm:prSet/>
      <dgm:spPr/>
      <dgm:t>
        <a:bodyPr/>
        <a:lstStyle/>
        <a:p>
          <a:r>
            <a:rPr lang="en-US"/>
            <a:t>useState() returns an array with 2 elements</a:t>
          </a:r>
        </a:p>
      </dgm:t>
    </dgm:pt>
    <dgm:pt modelId="{BD034850-177E-456E-BABA-FD8AAD57388F}" type="parTrans" cxnId="{C9B2D1A5-A0A9-4608-B898-7D9F9D5E9E4D}">
      <dgm:prSet/>
      <dgm:spPr/>
      <dgm:t>
        <a:bodyPr/>
        <a:lstStyle/>
        <a:p>
          <a:endParaRPr lang="en-US"/>
        </a:p>
      </dgm:t>
    </dgm:pt>
    <dgm:pt modelId="{A6D95753-9B59-4353-A60E-A22699BD19DA}" type="sibTrans" cxnId="{C9B2D1A5-A0A9-4608-B898-7D9F9D5E9E4D}">
      <dgm:prSet/>
      <dgm:spPr/>
      <dgm:t>
        <a:bodyPr/>
        <a:lstStyle/>
        <a:p>
          <a:endParaRPr lang="en-US"/>
        </a:p>
      </dgm:t>
    </dgm:pt>
    <dgm:pt modelId="{85BD4BFC-0144-48C1-838A-AFB4CF27E48C}">
      <dgm:prSet/>
      <dgm:spPr/>
      <dgm:t>
        <a:bodyPr/>
        <a:lstStyle/>
        <a:p>
          <a:r>
            <a:rPr lang="en-US"/>
            <a:t>the latest value</a:t>
          </a:r>
        </a:p>
      </dgm:t>
    </dgm:pt>
    <dgm:pt modelId="{C4E033B1-7FC5-48B9-9ED6-647B249AD654}" type="parTrans" cxnId="{16856124-8520-4D15-9534-AC5A89B8C0A0}">
      <dgm:prSet/>
      <dgm:spPr/>
      <dgm:t>
        <a:bodyPr/>
        <a:lstStyle/>
        <a:p>
          <a:endParaRPr lang="en-US"/>
        </a:p>
      </dgm:t>
    </dgm:pt>
    <dgm:pt modelId="{6119AA58-71CE-4263-A358-773A95BCAF36}" type="sibTrans" cxnId="{16856124-8520-4D15-9534-AC5A89B8C0A0}">
      <dgm:prSet/>
      <dgm:spPr/>
      <dgm:t>
        <a:bodyPr/>
        <a:lstStyle/>
        <a:p>
          <a:endParaRPr lang="en-US"/>
        </a:p>
      </dgm:t>
    </dgm:pt>
    <dgm:pt modelId="{2363B4C7-CAE0-4059-9E8D-58235EDA2DB6}">
      <dgm:prSet/>
      <dgm:spPr/>
      <dgm:t>
        <a:bodyPr/>
        <a:lstStyle/>
        <a:p>
          <a:r>
            <a:rPr lang="en-US"/>
            <a:t>a function for updating the value</a:t>
          </a:r>
        </a:p>
      </dgm:t>
    </dgm:pt>
    <dgm:pt modelId="{8D4C2269-9BDF-4D79-8FB2-728EF6BA3B69}" type="parTrans" cxnId="{F49C9B46-61BC-47F0-BD31-C3A915A91D2C}">
      <dgm:prSet/>
      <dgm:spPr/>
      <dgm:t>
        <a:bodyPr/>
        <a:lstStyle/>
        <a:p>
          <a:endParaRPr lang="en-US"/>
        </a:p>
      </dgm:t>
    </dgm:pt>
    <dgm:pt modelId="{2FCE3D6D-34F7-4D0A-8796-2C61576CD3F7}" type="sibTrans" cxnId="{F49C9B46-61BC-47F0-BD31-C3A915A91D2C}">
      <dgm:prSet/>
      <dgm:spPr/>
      <dgm:t>
        <a:bodyPr/>
        <a:lstStyle/>
        <a:p>
          <a:endParaRPr lang="en-US"/>
        </a:p>
      </dgm:t>
    </dgm:pt>
    <dgm:pt modelId="{5F4D7E75-C6D8-4349-8166-CD40E91D11BA}">
      <dgm:prSet/>
      <dgm:spPr/>
      <dgm:t>
        <a:bodyPr/>
        <a:lstStyle/>
        <a:p>
          <a:r>
            <a:rPr lang="en-US"/>
            <a:t>this is called the “state dispatch function”</a:t>
          </a:r>
        </a:p>
      </dgm:t>
    </dgm:pt>
    <dgm:pt modelId="{F344EB3E-8C87-4CB4-9E8E-301EAC03742F}" type="parTrans" cxnId="{5DF81BBE-3A1F-4094-A627-8F0142132F4B}">
      <dgm:prSet/>
      <dgm:spPr/>
      <dgm:t>
        <a:bodyPr/>
        <a:lstStyle/>
        <a:p>
          <a:endParaRPr lang="en-US"/>
        </a:p>
      </dgm:t>
    </dgm:pt>
    <dgm:pt modelId="{7A807D22-C2C6-4771-AE7A-CA1EB779017E}" type="sibTrans" cxnId="{5DF81BBE-3A1F-4094-A627-8F0142132F4B}">
      <dgm:prSet/>
      <dgm:spPr/>
      <dgm:t>
        <a:bodyPr/>
        <a:lstStyle/>
        <a:p>
          <a:endParaRPr lang="en-US"/>
        </a:p>
      </dgm:t>
    </dgm:pt>
    <dgm:pt modelId="{E2287E46-0BBA-4257-9776-881B64F1C6C3}" type="pres">
      <dgm:prSet presAssocID="{A0C16969-1F4C-40EC-91F1-D08117217C52}" presName="root" presStyleCnt="0">
        <dgm:presLayoutVars>
          <dgm:dir/>
          <dgm:resizeHandles val="exact"/>
        </dgm:presLayoutVars>
      </dgm:prSet>
      <dgm:spPr/>
    </dgm:pt>
    <dgm:pt modelId="{1BE22344-171D-4466-BE04-01377DA21A31}" type="pres">
      <dgm:prSet presAssocID="{7761C8CC-C19C-4429-977B-FC4C72F3AF4C}" presName="compNode" presStyleCnt="0"/>
      <dgm:spPr/>
    </dgm:pt>
    <dgm:pt modelId="{9BE30CB9-44D3-40A0-BCE0-B2FB4A0A6689}" type="pres">
      <dgm:prSet presAssocID="{7761C8CC-C19C-4429-977B-FC4C72F3AF4C}" presName="bgRect" presStyleLbl="bgShp" presStyleIdx="0" presStyleCnt="3"/>
      <dgm:spPr/>
    </dgm:pt>
    <dgm:pt modelId="{B8320ECE-5477-4E03-8D87-06D57B3275B5}" type="pres">
      <dgm:prSet presAssocID="{7761C8CC-C19C-4429-977B-FC4C72F3AF4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atellite dish"/>
        </a:ext>
      </dgm:extLst>
    </dgm:pt>
    <dgm:pt modelId="{FA906DAD-61B9-483D-9FB1-C09841318E24}" type="pres">
      <dgm:prSet presAssocID="{7761C8CC-C19C-4429-977B-FC4C72F3AF4C}" presName="spaceRect" presStyleCnt="0"/>
      <dgm:spPr/>
    </dgm:pt>
    <dgm:pt modelId="{5F456B48-3D50-4F34-893C-17513AEC4985}" type="pres">
      <dgm:prSet presAssocID="{7761C8CC-C19C-4429-977B-FC4C72F3AF4C}" presName="parTx" presStyleLbl="revTx" presStyleIdx="0" presStyleCnt="4">
        <dgm:presLayoutVars>
          <dgm:chMax val="0"/>
          <dgm:chPref val="0"/>
        </dgm:presLayoutVars>
      </dgm:prSet>
      <dgm:spPr/>
    </dgm:pt>
    <dgm:pt modelId="{0189D1BB-5B6A-4760-92C9-ACD92E061FB4}" type="pres">
      <dgm:prSet presAssocID="{CEEFB143-E8E2-4D00-AFCB-78178166F102}" presName="sibTrans" presStyleCnt="0"/>
      <dgm:spPr/>
    </dgm:pt>
    <dgm:pt modelId="{0BEF105D-2EF8-463B-8A79-6C0F8ED52736}" type="pres">
      <dgm:prSet presAssocID="{A43D7B71-FED7-4B6D-96C9-9FF63D0C5132}" presName="compNode" presStyleCnt="0"/>
      <dgm:spPr/>
    </dgm:pt>
    <dgm:pt modelId="{1CD78C5A-4A42-4CE3-880E-4DC97BC91FB0}" type="pres">
      <dgm:prSet presAssocID="{A43D7B71-FED7-4B6D-96C9-9FF63D0C5132}" presName="bgRect" presStyleLbl="bgShp" presStyleIdx="1" presStyleCnt="3"/>
      <dgm:spPr/>
    </dgm:pt>
    <dgm:pt modelId="{456B2E6F-FFED-484A-B423-D10AC4FFD470}" type="pres">
      <dgm:prSet presAssocID="{A43D7B71-FED7-4B6D-96C9-9FF63D0C513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on Shelf"/>
        </a:ext>
      </dgm:extLst>
    </dgm:pt>
    <dgm:pt modelId="{ACA9AC26-66DB-40BC-9808-9AAD9D605036}" type="pres">
      <dgm:prSet presAssocID="{A43D7B71-FED7-4B6D-96C9-9FF63D0C5132}" presName="spaceRect" presStyleCnt="0"/>
      <dgm:spPr/>
    </dgm:pt>
    <dgm:pt modelId="{FC8055FE-5EB1-4AF4-AB86-49449073593A}" type="pres">
      <dgm:prSet presAssocID="{A43D7B71-FED7-4B6D-96C9-9FF63D0C5132}" presName="parTx" presStyleLbl="revTx" presStyleIdx="1" presStyleCnt="4">
        <dgm:presLayoutVars>
          <dgm:chMax val="0"/>
          <dgm:chPref val="0"/>
        </dgm:presLayoutVars>
      </dgm:prSet>
      <dgm:spPr/>
    </dgm:pt>
    <dgm:pt modelId="{6F8661F7-0EAC-4943-A52A-C3F1D95717DE}" type="pres">
      <dgm:prSet presAssocID="{6057EB84-E346-4199-8BAA-5F9E6F80226B}" presName="sibTrans" presStyleCnt="0"/>
      <dgm:spPr/>
    </dgm:pt>
    <dgm:pt modelId="{F721D83C-5DB1-499D-A3CE-0F1D39DF0702}" type="pres">
      <dgm:prSet presAssocID="{B1D57973-BFA3-4502-AA12-DF49011ED7EF}" presName="compNode" presStyleCnt="0"/>
      <dgm:spPr/>
    </dgm:pt>
    <dgm:pt modelId="{483F3DFB-1100-4024-AAB1-28A89986A121}" type="pres">
      <dgm:prSet presAssocID="{B1D57973-BFA3-4502-AA12-DF49011ED7EF}" presName="bgRect" presStyleLbl="bgShp" presStyleIdx="2" presStyleCnt="3"/>
      <dgm:spPr/>
    </dgm:pt>
    <dgm:pt modelId="{B6F16F5B-BA43-4751-84A7-DF02035E80FF}" type="pres">
      <dgm:prSet presAssocID="{B1D57973-BFA3-4502-AA12-DF49011ED7E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A05B2442-E965-4F67-94C7-0891DE717075}" type="pres">
      <dgm:prSet presAssocID="{B1D57973-BFA3-4502-AA12-DF49011ED7EF}" presName="spaceRect" presStyleCnt="0"/>
      <dgm:spPr/>
    </dgm:pt>
    <dgm:pt modelId="{BD289A6B-D5F2-4546-B71D-813D740D6EE9}" type="pres">
      <dgm:prSet presAssocID="{B1D57973-BFA3-4502-AA12-DF49011ED7EF}" presName="parTx" presStyleLbl="revTx" presStyleIdx="2" presStyleCnt="4">
        <dgm:presLayoutVars>
          <dgm:chMax val="0"/>
          <dgm:chPref val="0"/>
        </dgm:presLayoutVars>
      </dgm:prSet>
      <dgm:spPr/>
    </dgm:pt>
    <dgm:pt modelId="{4958ACA2-50CE-427A-97AC-6CBBAD394467}" type="pres">
      <dgm:prSet presAssocID="{B1D57973-BFA3-4502-AA12-DF49011ED7EF}" presName="desTx" presStyleLbl="revTx" presStyleIdx="3" presStyleCnt="4">
        <dgm:presLayoutVars/>
      </dgm:prSet>
      <dgm:spPr/>
    </dgm:pt>
  </dgm:ptLst>
  <dgm:cxnLst>
    <dgm:cxn modelId="{06970809-D750-4727-8267-10BAB8BBFAC9}" type="presOf" srcId="{7761C8CC-C19C-4429-977B-FC4C72F3AF4C}" destId="{5F456B48-3D50-4F34-893C-17513AEC4985}" srcOrd="0" destOrd="0" presId="urn:microsoft.com/office/officeart/2018/2/layout/IconVerticalSolidList"/>
    <dgm:cxn modelId="{D4A8DC0E-0C1E-4040-9EB6-E058C6FAD41D}" type="presOf" srcId="{B1D57973-BFA3-4502-AA12-DF49011ED7EF}" destId="{BD289A6B-D5F2-4546-B71D-813D740D6EE9}" srcOrd="0" destOrd="0" presId="urn:microsoft.com/office/officeart/2018/2/layout/IconVerticalSolidList"/>
    <dgm:cxn modelId="{6A1DB91F-D073-47E0-B0B4-EFD59E1287EB}" srcId="{A0C16969-1F4C-40EC-91F1-D08117217C52}" destId="{7761C8CC-C19C-4429-977B-FC4C72F3AF4C}" srcOrd="0" destOrd="0" parTransId="{19CF559D-834E-4752-84BE-FBE38E1CD919}" sibTransId="{CEEFB143-E8E2-4D00-AFCB-78178166F102}"/>
    <dgm:cxn modelId="{58966024-EA17-4306-886F-BB3A9E25ED7D}" type="presOf" srcId="{2363B4C7-CAE0-4059-9E8D-58235EDA2DB6}" destId="{4958ACA2-50CE-427A-97AC-6CBBAD394467}" srcOrd="0" destOrd="1" presId="urn:microsoft.com/office/officeart/2018/2/layout/IconVerticalSolidList"/>
    <dgm:cxn modelId="{16856124-8520-4D15-9534-AC5A89B8C0A0}" srcId="{B1D57973-BFA3-4502-AA12-DF49011ED7EF}" destId="{85BD4BFC-0144-48C1-838A-AFB4CF27E48C}" srcOrd="0" destOrd="0" parTransId="{C4E033B1-7FC5-48B9-9ED6-647B249AD654}" sibTransId="{6119AA58-71CE-4263-A358-773A95BCAF36}"/>
    <dgm:cxn modelId="{9F0BBA3C-3F03-49A0-B989-2ECDEE2BE6B5}" srcId="{A0C16969-1F4C-40EC-91F1-D08117217C52}" destId="{A43D7B71-FED7-4B6D-96C9-9FF63D0C5132}" srcOrd="1" destOrd="0" parTransId="{3B7FCC2B-198A-4993-9481-3DD801909EC6}" sibTransId="{6057EB84-E346-4199-8BAA-5F9E6F80226B}"/>
    <dgm:cxn modelId="{E5897942-3E3B-4CE3-9688-6059D56050CF}" type="presOf" srcId="{A0C16969-1F4C-40EC-91F1-D08117217C52}" destId="{E2287E46-0BBA-4257-9776-881B64F1C6C3}" srcOrd="0" destOrd="0" presId="urn:microsoft.com/office/officeart/2018/2/layout/IconVerticalSolidList"/>
    <dgm:cxn modelId="{F49C9B46-61BC-47F0-BD31-C3A915A91D2C}" srcId="{B1D57973-BFA3-4502-AA12-DF49011ED7EF}" destId="{2363B4C7-CAE0-4059-9E8D-58235EDA2DB6}" srcOrd="1" destOrd="0" parTransId="{8D4C2269-9BDF-4D79-8FB2-728EF6BA3B69}" sibTransId="{2FCE3D6D-34F7-4D0A-8796-2C61576CD3F7}"/>
    <dgm:cxn modelId="{A8EBAA6D-D2F9-428B-B40C-275D8B7D79A4}" type="presOf" srcId="{5F4D7E75-C6D8-4349-8166-CD40E91D11BA}" destId="{4958ACA2-50CE-427A-97AC-6CBBAD394467}" srcOrd="0" destOrd="2" presId="urn:microsoft.com/office/officeart/2018/2/layout/IconVerticalSolidList"/>
    <dgm:cxn modelId="{53B2B274-D715-4807-89E0-78FE58DFC7BA}" type="presOf" srcId="{A43D7B71-FED7-4B6D-96C9-9FF63D0C5132}" destId="{FC8055FE-5EB1-4AF4-AB86-49449073593A}" srcOrd="0" destOrd="0" presId="urn:microsoft.com/office/officeart/2018/2/layout/IconVerticalSolidList"/>
    <dgm:cxn modelId="{C9B2D1A5-A0A9-4608-B898-7D9F9D5E9E4D}" srcId="{A0C16969-1F4C-40EC-91F1-D08117217C52}" destId="{B1D57973-BFA3-4502-AA12-DF49011ED7EF}" srcOrd="2" destOrd="0" parTransId="{BD034850-177E-456E-BABA-FD8AAD57388F}" sibTransId="{A6D95753-9B59-4353-A60E-A22699BD19DA}"/>
    <dgm:cxn modelId="{39799EB7-781C-450C-871C-EE2E3B3B2B1E}" type="presOf" srcId="{85BD4BFC-0144-48C1-838A-AFB4CF27E48C}" destId="{4958ACA2-50CE-427A-97AC-6CBBAD394467}" srcOrd="0" destOrd="0" presId="urn:microsoft.com/office/officeart/2018/2/layout/IconVerticalSolidList"/>
    <dgm:cxn modelId="{5DF81BBE-3A1F-4094-A627-8F0142132F4B}" srcId="{2363B4C7-CAE0-4059-9E8D-58235EDA2DB6}" destId="{5F4D7E75-C6D8-4349-8166-CD40E91D11BA}" srcOrd="0" destOrd="0" parTransId="{F344EB3E-8C87-4CB4-9E8E-301EAC03742F}" sibTransId="{7A807D22-C2C6-4771-AE7A-CA1EB779017E}"/>
    <dgm:cxn modelId="{7627FD28-0469-4AA7-929E-68B729690740}" type="presParOf" srcId="{E2287E46-0BBA-4257-9776-881B64F1C6C3}" destId="{1BE22344-171D-4466-BE04-01377DA21A31}" srcOrd="0" destOrd="0" presId="urn:microsoft.com/office/officeart/2018/2/layout/IconVerticalSolidList"/>
    <dgm:cxn modelId="{88A5A8F7-B4BF-4440-A9C0-7D2F26227540}" type="presParOf" srcId="{1BE22344-171D-4466-BE04-01377DA21A31}" destId="{9BE30CB9-44D3-40A0-BCE0-B2FB4A0A6689}" srcOrd="0" destOrd="0" presId="urn:microsoft.com/office/officeart/2018/2/layout/IconVerticalSolidList"/>
    <dgm:cxn modelId="{4A38B6BC-17AF-488E-B931-00D4BC985B5D}" type="presParOf" srcId="{1BE22344-171D-4466-BE04-01377DA21A31}" destId="{B8320ECE-5477-4E03-8D87-06D57B3275B5}" srcOrd="1" destOrd="0" presId="urn:microsoft.com/office/officeart/2018/2/layout/IconVerticalSolidList"/>
    <dgm:cxn modelId="{3B786912-2BE9-49E7-8779-9AA946E78D42}" type="presParOf" srcId="{1BE22344-171D-4466-BE04-01377DA21A31}" destId="{FA906DAD-61B9-483D-9FB1-C09841318E24}" srcOrd="2" destOrd="0" presId="urn:microsoft.com/office/officeart/2018/2/layout/IconVerticalSolidList"/>
    <dgm:cxn modelId="{2F1ED5EB-D7E8-45B8-AA8D-C089480835FE}" type="presParOf" srcId="{1BE22344-171D-4466-BE04-01377DA21A31}" destId="{5F456B48-3D50-4F34-893C-17513AEC4985}" srcOrd="3" destOrd="0" presId="urn:microsoft.com/office/officeart/2018/2/layout/IconVerticalSolidList"/>
    <dgm:cxn modelId="{33CAA884-9041-4E66-980A-AA28EC077EB8}" type="presParOf" srcId="{E2287E46-0BBA-4257-9776-881B64F1C6C3}" destId="{0189D1BB-5B6A-4760-92C9-ACD92E061FB4}" srcOrd="1" destOrd="0" presId="urn:microsoft.com/office/officeart/2018/2/layout/IconVerticalSolidList"/>
    <dgm:cxn modelId="{B1602F99-590F-49B6-9944-09169410FC8D}" type="presParOf" srcId="{E2287E46-0BBA-4257-9776-881B64F1C6C3}" destId="{0BEF105D-2EF8-463B-8A79-6C0F8ED52736}" srcOrd="2" destOrd="0" presId="urn:microsoft.com/office/officeart/2018/2/layout/IconVerticalSolidList"/>
    <dgm:cxn modelId="{C59C0919-DEE7-4E6B-92DA-E5F371E7192A}" type="presParOf" srcId="{0BEF105D-2EF8-463B-8A79-6C0F8ED52736}" destId="{1CD78C5A-4A42-4CE3-880E-4DC97BC91FB0}" srcOrd="0" destOrd="0" presId="urn:microsoft.com/office/officeart/2018/2/layout/IconVerticalSolidList"/>
    <dgm:cxn modelId="{D5F319B0-E1FE-4915-8DC1-15FDF5E7EDB5}" type="presParOf" srcId="{0BEF105D-2EF8-463B-8A79-6C0F8ED52736}" destId="{456B2E6F-FFED-484A-B423-D10AC4FFD470}" srcOrd="1" destOrd="0" presId="urn:microsoft.com/office/officeart/2018/2/layout/IconVerticalSolidList"/>
    <dgm:cxn modelId="{A62E1748-7B54-4D5A-8386-4547BBFC0C8F}" type="presParOf" srcId="{0BEF105D-2EF8-463B-8A79-6C0F8ED52736}" destId="{ACA9AC26-66DB-40BC-9808-9AAD9D605036}" srcOrd="2" destOrd="0" presId="urn:microsoft.com/office/officeart/2018/2/layout/IconVerticalSolidList"/>
    <dgm:cxn modelId="{CC4BD6B2-531C-468C-B490-B13C2BAC7FA9}" type="presParOf" srcId="{0BEF105D-2EF8-463B-8A79-6C0F8ED52736}" destId="{FC8055FE-5EB1-4AF4-AB86-49449073593A}" srcOrd="3" destOrd="0" presId="urn:microsoft.com/office/officeart/2018/2/layout/IconVerticalSolidList"/>
    <dgm:cxn modelId="{B43AE745-BCD2-438C-8449-C31E79867726}" type="presParOf" srcId="{E2287E46-0BBA-4257-9776-881B64F1C6C3}" destId="{6F8661F7-0EAC-4943-A52A-C3F1D95717DE}" srcOrd="3" destOrd="0" presId="urn:microsoft.com/office/officeart/2018/2/layout/IconVerticalSolidList"/>
    <dgm:cxn modelId="{8D2A93E0-855B-48C9-8D91-1C3C9EABA9E4}" type="presParOf" srcId="{E2287E46-0BBA-4257-9776-881B64F1C6C3}" destId="{F721D83C-5DB1-499D-A3CE-0F1D39DF0702}" srcOrd="4" destOrd="0" presId="urn:microsoft.com/office/officeart/2018/2/layout/IconVerticalSolidList"/>
    <dgm:cxn modelId="{9E4DE7C4-95A5-4DDF-A3B8-61266184FE10}" type="presParOf" srcId="{F721D83C-5DB1-499D-A3CE-0F1D39DF0702}" destId="{483F3DFB-1100-4024-AAB1-28A89986A121}" srcOrd="0" destOrd="0" presId="urn:microsoft.com/office/officeart/2018/2/layout/IconVerticalSolidList"/>
    <dgm:cxn modelId="{7044DFAA-BAD4-4F3C-A101-515C6897AE4F}" type="presParOf" srcId="{F721D83C-5DB1-499D-A3CE-0F1D39DF0702}" destId="{B6F16F5B-BA43-4751-84A7-DF02035E80FF}" srcOrd="1" destOrd="0" presId="urn:microsoft.com/office/officeart/2018/2/layout/IconVerticalSolidList"/>
    <dgm:cxn modelId="{A546F723-DF26-46CA-9326-F81290DC1A10}" type="presParOf" srcId="{F721D83C-5DB1-499D-A3CE-0F1D39DF0702}" destId="{A05B2442-E965-4F67-94C7-0891DE717075}" srcOrd="2" destOrd="0" presId="urn:microsoft.com/office/officeart/2018/2/layout/IconVerticalSolidList"/>
    <dgm:cxn modelId="{6BFC7FD9-7F11-4BF0-A62E-FBACDDAD035B}" type="presParOf" srcId="{F721D83C-5DB1-499D-A3CE-0F1D39DF0702}" destId="{BD289A6B-D5F2-4546-B71D-813D740D6EE9}" srcOrd="3" destOrd="0" presId="urn:microsoft.com/office/officeart/2018/2/layout/IconVerticalSolidList"/>
    <dgm:cxn modelId="{FEC7BBCB-6EA9-401E-A864-A9A3717407A2}" type="presParOf" srcId="{F721D83C-5DB1-499D-A3CE-0F1D39DF0702}" destId="{4958ACA2-50CE-427A-97AC-6CBBAD394467}"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3B7C291-FF44-4940-9A1E-1BC30887D61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B643594-C01E-4D13-8BA9-8AB88EA3B568}">
      <dgm:prSet/>
      <dgm:spPr/>
      <dgm:t>
        <a:bodyPr/>
        <a:lstStyle/>
        <a:p>
          <a:pPr>
            <a:lnSpc>
              <a:spcPct val="100000"/>
            </a:lnSpc>
          </a:pPr>
          <a:r>
            <a:rPr lang="en-US"/>
            <a:t>The useEffect takes a function as its first argument, and an array of dependencies as its second argument.</a:t>
          </a:r>
        </a:p>
      </dgm:t>
    </dgm:pt>
    <dgm:pt modelId="{F84C9BD7-7026-4FC0-AF6B-E99EB3E28B3B}" type="parTrans" cxnId="{AADD77B3-398F-40D4-8293-AF7D60517412}">
      <dgm:prSet/>
      <dgm:spPr/>
      <dgm:t>
        <a:bodyPr/>
        <a:lstStyle/>
        <a:p>
          <a:endParaRPr lang="en-US"/>
        </a:p>
      </dgm:t>
    </dgm:pt>
    <dgm:pt modelId="{6E379FCD-84F6-4309-8B6E-AF3275F75889}" type="sibTrans" cxnId="{AADD77B3-398F-40D4-8293-AF7D60517412}">
      <dgm:prSet/>
      <dgm:spPr/>
      <dgm:t>
        <a:bodyPr/>
        <a:lstStyle/>
        <a:p>
          <a:endParaRPr lang="en-US"/>
        </a:p>
      </dgm:t>
    </dgm:pt>
    <dgm:pt modelId="{AD90100F-062B-4C68-8BB1-1211A4856A6A}">
      <dgm:prSet/>
      <dgm:spPr/>
      <dgm:t>
        <a:bodyPr/>
        <a:lstStyle/>
        <a:p>
          <a:pPr>
            <a:lnSpc>
              <a:spcPct val="100000"/>
            </a:lnSpc>
          </a:pPr>
          <a:r>
            <a:rPr lang="en-US"/>
            <a:t>Each time the function component renders, useEffect compares the previous values of the dependencies with the new values.</a:t>
          </a:r>
        </a:p>
      </dgm:t>
    </dgm:pt>
    <dgm:pt modelId="{0ACDDE0B-96D7-47C5-AD86-4E3661C2E6B9}" type="parTrans" cxnId="{661AACC2-CE5D-4E09-93E9-034F700E7210}">
      <dgm:prSet/>
      <dgm:spPr/>
      <dgm:t>
        <a:bodyPr/>
        <a:lstStyle/>
        <a:p>
          <a:endParaRPr lang="en-US"/>
        </a:p>
      </dgm:t>
    </dgm:pt>
    <dgm:pt modelId="{417E5EE4-22C5-44CA-BF74-DC0639D17524}" type="sibTrans" cxnId="{661AACC2-CE5D-4E09-93E9-034F700E7210}">
      <dgm:prSet/>
      <dgm:spPr/>
      <dgm:t>
        <a:bodyPr/>
        <a:lstStyle/>
        <a:p>
          <a:endParaRPr lang="en-US"/>
        </a:p>
      </dgm:t>
    </dgm:pt>
    <dgm:pt modelId="{D90520D5-E887-46D1-9EEB-ECC5EDAC2002}">
      <dgm:prSet/>
      <dgm:spPr/>
      <dgm:t>
        <a:bodyPr/>
        <a:lstStyle/>
        <a:p>
          <a:pPr>
            <a:lnSpc>
              <a:spcPct val="100000"/>
            </a:lnSpc>
          </a:pPr>
          <a:r>
            <a:rPr lang="en-US"/>
            <a:t>If the new values of any dependencies have changed, the function passed to useEffect runs.</a:t>
          </a:r>
        </a:p>
      </dgm:t>
    </dgm:pt>
    <dgm:pt modelId="{A98DB914-8512-4341-82E8-1A04C0EB0F3D}" type="parTrans" cxnId="{3F142035-F34E-4C91-917A-77DA38C7AF51}">
      <dgm:prSet/>
      <dgm:spPr/>
      <dgm:t>
        <a:bodyPr/>
        <a:lstStyle/>
        <a:p>
          <a:endParaRPr lang="en-US"/>
        </a:p>
      </dgm:t>
    </dgm:pt>
    <dgm:pt modelId="{E699BE2A-CF54-4F9A-AD15-522F8F329579}" type="sibTrans" cxnId="{3F142035-F34E-4C91-917A-77DA38C7AF51}">
      <dgm:prSet/>
      <dgm:spPr/>
      <dgm:t>
        <a:bodyPr/>
        <a:lstStyle/>
        <a:p>
          <a:endParaRPr lang="en-US"/>
        </a:p>
      </dgm:t>
    </dgm:pt>
    <dgm:pt modelId="{229BE63C-7ECF-4457-94EC-3FF90F0498A0}" type="pres">
      <dgm:prSet presAssocID="{23B7C291-FF44-4940-9A1E-1BC30887D61F}" presName="root" presStyleCnt="0">
        <dgm:presLayoutVars>
          <dgm:dir/>
          <dgm:resizeHandles val="exact"/>
        </dgm:presLayoutVars>
      </dgm:prSet>
      <dgm:spPr/>
    </dgm:pt>
    <dgm:pt modelId="{46F12B77-4385-41A7-A959-7372544B2818}" type="pres">
      <dgm:prSet presAssocID="{BB643594-C01E-4D13-8BA9-8AB88EA3B568}" presName="compNode" presStyleCnt="0"/>
      <dgm:spPr/>
    </dgm:pt>
    <dgm:pt modelId="{F9586A62-2630-4195-8C34-8EC9E695A34A}" type="pres">
      <dgm:prSet presAssocID="{BB643594-C01E-4D13-8BA9-8AB88EA3B568}" presName="bgRect" presStyleLbl="bgShp" presStyleIdx="0" presStyleCnt="3"/>
      <dgm:spPr/>
    </dgm:pt>
    <dgm:pt modelId="{C25F9F31-C667-408D-8E3D-3B234D24A157}" type="pres">
      <dgm:prSet presAssocID="{BB643594-C01E-4D13-8BA9-8AB88EA3B56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avel"/>
        </a:ext>
      </dgm:extLst>
    </dgm:pt>
    <dgm:pt modelId="{E38C1A97-253C-40B7-B35F-212CA44B4C2E}" type="pres">
      <dgm:prSet presAssocID="{BB643594-C01E-4D13-8BA9-8AB88EA3B568}" presName="spaceRect" presStyleCnt="0"/>
      <dgm:spPr/>
    </dgm:pt>
    <dgm:pt modelId="{DB699524-9831-43BB-869F-9A08F5FA1877}" type="pres">
      <dgm:prSet presAssocID="{BB643594-C01E-4D13-8BA9-8AB88EA3B568}" presName="parTx" presStyleLbl="revTx" presStyleIdx="0" presStyleCnt="3">
        <dgm:presLayoutVars>
          <dgm:chMax val="0"/>
          <dgm:chPref val="0"/>
        </dgm:presLayoutVars>
      </dgm:prSet>
      <dgm:spPr/>
    </dgm:pt>
    <dgm:pt modelId="{36AF408C-5E61-4FD4-80A7-FFC5DB3842FC}" type="pres">
      <dgm:prSet presAssocID="{6E379FCD-84F6-4309-8B6E-AF3275F75889}" presName="sibTrans" presStyleCnt="0"/>
      <dgm:spPr/>
    </dgm:pt>
    <dgm:pt modelId="{F40329EC-CB3A-48A4-962C-D9FAF2D5C50A}" type="pres">
      <dgm:prSet presAssocID="{AD90100F-062B-4C68-8BB1-1211A4856A6A}" presName="compNode" presStyleCnt="0"/>
      <dgm:spPr/>
    </dgm:pt>
    <dgm:pt modelId="{6C392EA4-6ECF-41B6-B39F-62AFDC4159BD}" type="pres">
      <dgm:prSet presAssocID="{AD90100F-062B-4C68-8BB1-1211A4856A6A}" presName="bgRect" presStyleLbl="bgShp" presStyleIdx="1" presStyleCnt="3"/>
      <dgm:spPr/>
    </dgm:pt>
    <dgm:pt modelId="{E53DCACF-74DF-4B55-A7B4-74B5BE5D100E}" type="pres">
      <dgm:prSet presAssocID="{AD90100F-062B-4C68-8BB1-1211A4856A6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owchart"/>
        </a:ext>
      </dgm:extLst>
    </dgm:pt>
    <dgm:pt modelId="{B7906087-6DDD-4617-9B99-CAA93C241EA8}" type="pres">
      <dgm:prSet presAssocID="{AD90100F-062B-4C68-8BB1-1211A4856A6A}" presName="spaceRect" presStyleCnt="0"/>
      <dgm:spPr/>
    </dgm:pt>
    <dgm:pt modelId="{3C7150FB-9290-4517-8010-8CD5538CB3A3}" type="pres">
      <dgm:prSet presAssocID="{AD90100F-062B-4C68-8BB1-1211A4856A6A}" presName="parTx" presStyleLbl="revTx" presStyleIdx="1" presStyleCnt="3">
        <dgm:presLayoutVars>
          <dgm:chMax val="0"/>
          <dgm:chPref val="0"/>
        </dgm:presLayoutVars>
      </dgm:prSet>
      <dgm:spPr/>
    </dgm:pt>
    <dgm:pt modelId="{95EC7731-FBDE-4A64-86A1-7B25431C9E65}" type="pres">
      <dgm:prSet presAssocID="{417E5EE4-22C5-44CA-BF74-DC0639D17524}" presName="sibTrans" presStyleCnt="0"/>
      <dgm:spPr/>
    </dgm:pt>
    <dgm:pt modelId="{D5875B90-59EB-4907-BEDE-D136B205858D}" type="pres">
      <dgm:prSet presAssocID="{D90520D5-E887-46D1-9EEB-ECC5EDAC2002}" presName="compNode" presStyleCnt="0"/>
      <dgm:spPr/>
    </dgm:pt>
    <dgm:pt modelId="{136DC6E6-0BFC-4557-A29D-2EA62726C5DD}" type="pres">
      <dgm:prSet presAssocID="{D90520D5-E887-46D1-9EEB-ECC5EDAC2002}" presName="bgRect" presStyleLbl="bgShp" presStyleIdx="2" presStyleCnt="3"/>
      <dgm:spPr/>
    </dgm:pt>
    <dgm:pt modelId="{87B4EE80-9907-4C8C-B389-D4D625A97957}" type="pres">
      <dgm:prSet presAssocID="{D90520D5-E887-46D1-9EEB-ECC5EDAC200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ranching Diagram"/>
        </a:ext>
      </dgm:extLst>
    </dgm:pt>
    <dgm:pt modelId="{61B354F8-145E-4288-B242-BBA7FB57C531}" type="pres">
      <dgm:prSet presAssocID="{D90520D5-E887-46D1-9EEB-ECC5EDAC2002}" presName="spaceRect" presStyleCnt="0"/>
      <dgm:spPr/>
    </dgm:pt>
    <dgm:pt modelId="{1C3D76F3-C1E5-4FB1-AE3D-7196A7660A48}" type="pres">
      <dgm:prSet presAssocID="{D90520D5-E887-46D1-9EEB-ECC5EDAC2002}" presName="parTx" presStyleLbl="revTx" presStyleIdx="2" presStyleCnt="3">
        <dgm:presLayoutVars>
          <dgm:chMax val="0"/>
          <dgm:chPref val="0"/>
        </dgm:presLayoutVars>
      </dgm:prSet>
      <dgm:spPr/>
    </dgm:pt>
  </dgm:ptLst>
  <dgm:cxnLst>
    <dgm:cxn modelId="{3018B524-71D6-445E-91B9-B38F827A4150}" type="presOf" srcId="{23B7C291-FF44-4940-9A1E-1BC30887D61F}" destId="{229BE63C-7ECF-4457-94EC-3FF90F0498A0}" srcOrd="0" destOrd="0" presId="urn:microsoft.com/office/officeart/2018/2/layout/IconVerticalSolidList"/>
    <dgm:cxn modelId="{3F142035-F34E-4C91-917A-77DA38C7AF51}" srcId="{23B7C291-FF44-4940-9A1E-1BC30887D61F}" destId="{D90520D5-E887-46D1-9EEB-ECC5EDAC2002}" srcOrd="2" destOrd="0" parTransId="{A98DB914-8512-4341-82E8-1A04C0EB0F3D}" sibTransId="{E699BE2A-CF54-4F9A-AD15-522F8F329579}"/>
    <dgm:cxn modelId="{BE242061-902C-4A4C-B2A4-8A04130007ED}" type="presOf" srcId="{D90520D5-E887-46D1-9EEB-ECC5EDAC2002}" destId="{1C3D76F3-C1E5-4FB1-AE3D-7196A7660A48}" srcOrd="0" destOrd="0" presId="urn:microsoft.com/office/officeart/2018/2/layout/IconVerticalSolidList"/>
    <dgm:cxn modelId="{5A39DC9F-E862-47DF-93AC-73D79F89F99B}" type="presOf" srcId="{AD90100F-062B-4C68-8BB1-1211A4856A6A}" destId="{3C7150FB-9290-4517-8010-8CD5538CB3A3}" srcOrd="0" destOrd="0" presId="urn:microsoft.com/office/officeart/2018/2/layout/IconVerticalSolidList"/>
    <dgm:cxn modelId="{AADD77B3-398F-40D4-8293-AF7D60517412}" srcId="{23B7C291-FF44-4940-9A1E-1BC30887D61F}" destId="{BB643594-C01E-4D13-8BA9-8AB88EA3B568}" srcOrd="0" destOrd="0" parTransId="{F84C9BD7-7026-4FC0-AF6B-E99EB3E28B3B}" sibTransId="{6E379FCD-84F6-4309-8B6E-AF3275F75889}"/>
    <dgm:cxn modelId="{661AACC2-CE5D-4E09-93E9-034F700E7210}" srcId="{23B7C291-FF44-4940-9A1E-1BC30887D61F}" destId="{AD90100F-062B-4C68-8BB1-1211A4856A6A}" srcOrd="1" destOrd="0" parTransId="{0ACDDE0B-96D7-47C5-AD86-4E3661C2E6B9}" sibTransId="{417E5EE4-22C5-44CA-BF74-DC0639D17524}"/>
    <dgm:cxn modelId="{D97C41E8-0A8E-4407-AA55-F518F9316EC3}" type="presOf" srcId="{BB643594-C01E-4D13-8BA9-8AB88EA3B568}" destId="{DB699524-9831-43BB-869F-9A08F5FA1877}" srcOrd="0" destOrd="0" presId="urn:microsoft.com/office/officeart/2018/2/layout/IconVerticalSolidList"/>
    <dgm:cxn modelId="{D9586356-BDD8-438D-91D5-CD632FE3B127}" type="presParOf" srcId="{229BE63C-7ECF-4457-94EC-3FF90F0498A0}" destId="{46F12B77-4385-41A7-A959-7372544B2818}" srcOrd="0" destOrd="0" presId="urn:microsoft.com/office/officeart/2018/2/layout/IconVerticalSolidList"/>
    <dgm:cxn modelId="{C28DC2AD-0732-469F-8810-1A2528E0A085}" type="presParOf" srcId="{46F12B77-4385-41A7-A959-7372544B2818}" destId="{F9586A62-2630-4195-8C34-8EC9E695A34A}" srcOrd="0" destOrd="0" presId="urn:microsoft.com/office/officeart/2018/2/layout/IconVerticalSolidList"/>
    <dgm:cxn modelId="{7B23F4D8-680E-4568-82B2-56D0B770036F}" type="presParOf" srcId="{46F12B77-4385-41A7-A959-7372544B2818}" destId="{C25F9F31-C667-408D-8E3D-3B234D24A157}" srcOrd="1" destOrd="0" presId="urn:microsoft.com/office/officeart/2018/2/layout/IconVerticalSolidList"/>
    <dgm:cxn modelId="{42B6FBF3-4117-49E9-9950-813C3422F1AB}" type="presParOf" srcId="{46F12B77-4385-41A7-A959-7372544B2818}" destId="{E38C1A97-253C-40B7-B35F-212CA44B4C2E}" srcOrd="2" destOrd="0" presId="urn:microsoft.com/office/officeart/2018/2/layout/IconVerticalSolidList"/>
    <dgm:cxn modelId="{68E46125-48ED-42B9-8710-1D2CB95E59AD}" type="presParOf" srcId="{46F12B77-4385-41A7-A959-7372544B2818}" destId="{DB699524-9831-43BB-869F-9A08F5FA1877}" srcOrd="3" destOrd="0" presId="urn:microsoft.com/office/officeart/2018/2/layout/IconVerticalSolidList"/>
    <dgm:cxn modelId="{2F1B635E-9FE8-48E2-B3C4-BD5BF04D3A7F}" type="presParOf" srcId="{229BE63C-7ECF-4457-94EC-3FF90F0498A0}" destId="{36AF408C-5E61-4FD4-80A7-FFC5DB3842FC}" srcOrd="1" destOrd="0" presId="urn:microsoft.com/office/officeart/2018/2/layout/IconVerticalSolidList"/>
    <dgm:cxn modelId="{21FFFF94-2F86-4B41-BB8E-CD8934084F24}" type="presParOf" srcId="{229BE63C-7ECF-4457-94EC-3FF90F0498A0}" destId="{F40329EC-CB3A-48A4-962C-D9FAF2D5C50A}" srcOrd="2" destOrd="0" presId="urn:microsoft.com/office/officeart/2018/2/layout/IconVerticalSolidList"/>
    <dgm:cxn modelId="{17E6D082-EC39-4D60-BE28-975C3DCA11B7}" type="presParOf" srcId="{F40329EC-CB3A-48A4-962C-D9FAF2D5C50A}" destId="{6C392EA4-6ECF-41B6-B39F-62AFDC4159BD}" srcOrd="0" destOrd="0" presId="urn:microsoft.com/office/officeart/2018/2/layout/IconVerticalSolidList"/>
    <dgm:cxn modelId="{9C05F2F6-4AF6-4A2A-84A8-ACB3444B79B1}" type="presParOf" srcId="{F40329EC-CB3A-48A4-962C-D9FAF2D5C50A}" destId="{E53DCACF-74DF-4B55-A7B4-74B5BE5D100E}" srcOrd="1" destOrd="0" presId="urn:microsoft.com/office/officeart/2018/2/layout/IconVerticalSolidList"/>
    <dgm:cxn modelId="{134531A4-E001-403E-B930-1F3F0ED28D77}" type="presParOf" srcId="{F40329EC-CB3A-48A4-962C-D9FAF2D5C50A}" destId="{B7906087-6DDD-4617-9B99-CAA93C241EA8}" srcOrd="2" destOrd="0" presId="urn:microsoft.com/office/officeart/2018/2/layout/IconVerticalSolidList"/>
    <dgm:cxn modelId="{8A49783D-9E22-4C21-A5A7-EB24167B30A1}" type="presParOf" srcId="{F40329EC-CB3A-48A4-962C-D9FAF2D5C50A}" destId="{3C7150FB-9290-4517-8010-8CD5538CB3A3}" srcOrd="3" destOrd="0" presId="urn:microsoft.com/office/officeart/2018/2/layout/IconVerticalSolidList"/>
    <dgm:cxn modelId="{FA2B750E-7EDF-4D8F-80B5-4DDD167C868B}" type="presParOf" srcId="{229BE63C-7ECF-4457-94EC-3FF90F0498A0}" destId="{95EC7731-FBDE-4A64-86A1-7B25431C9E65}" srcOrd="3" destOrd="0" presId="urn:microsoft.com/office/officeart/2018/2/layout/IconVerticalSolidList"/>
    <dgm:cxn modelId="{4BF71865-0243-4896-B538-45D768969721}" type="presParOf" srcId="{229BE63C-7ECF-4457-94EC-3FF90F0498A0}" destId="{D5875B90-59EB-4907-BEDE-D136B205858D}" srcOrd="4" destOrd="0" presId="urn:microsoft.com/office/officeart/2018/2/layout/IconVerticalSolidList"/>
    <dgm:cxn modelId="{BC4409D9-4FF3-494C-A536-C3D9B17371F8}" type="presParOf" srcId="{D5875B90-59EB-4907-BEDE-D136B205858D}" destId="{136DC6E6-0BFC-4557-A29D-2EA62726C5DD}" srcOrd="0" destOrd="0" presId="urn:microsoft.com/office/officeart/2018/2/layout/IconVerticalSolidList"/>
    <dgm:cxn modelId="{4899317A-13E5-4DCE-83CC-204FCD1D6451}" type="presParOf" srcId="{D5875B90-59EB-4907-BEDE-D136B205858D}" destId="{87B4EE80-9907-4C8C-B389-D4D625A97957}" srcOrd="1" destOrd="0" presId="urn:microsoft.com/office/officeart/2018/2/layout/IconVerticalSolidList"/>
    <dgm:cxn modelId="{2FB61647-51EE-427E-802A-996E416BF14B}" type="presParOf" srcId="{D5875B90-59EB-4907-BEDE-D136B205858D}" destId="{61B354F8-145E-4288-B242-BBA7FB57C531}" srcOrd="2" destOrd="0" presId="urn:microsoft.com/office/officeart/2018/2/layout/IconVerticalSolidList"/>
    <dgm:cxn modelId="{78853022-188C-44E4-AB4E-27A66412C226}" type="presParOf" srcId="{D5875B90-59EB-4907-BEDE-D136B205858D}" destId="{1C3D76F3-C1E5-4FB1-AE3D-7196A7660A4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1365CD3-4EB3-4B2F-9009-D4678B17366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775B5D5-6DAA-4D70-A16C-2FDC1F167837}">
      <dgm:prSet/>
      <dgm:spPr/>
      <dgm:t>
        <a:bodyPr/>
        <a:lstStyle/>
        <a:p>
          <a:pPr>
            <a:lnSpc>
              <a:spcPct val="100000"/>
            </a:lnSpc>
          </a:pPr>
          <a:r>
            <a:rPr lang="en-US"/>
            <a:t>If no dependency array is passed, the function passed to useEffect will run every time the function component “instance” renders.</a:t>
          </a:r>
        </a:p>
      </dgm:t>
    </dgm:pt>
    <dgm:pt modelId="{C551BFB2-AB9E-48A9-B47A-EFFC433692EE}" type="parTrans" cxnId="{A94B4E23-5014-4840-93F9-816C3CBA1200}">
      <dgm:prSet/>
      <dgm:spPr/>
      <dgm:t>
        <a:bodyPr/>
        <a:lstStyle/>
        <a:p>
          <a:endParaRPr lang="en-US"/>
        </a:p>
      </dgm:t>
    </dgm:pt>
    <dgm:pt modelId="{1C1D318F-3789-4982-9342-A249376EB088}" type="sibTrans" cxnId="{A94B4E23-5014-4840-93F9-816C3CBA1200}">
      <dgm:prSet/>
      <dgm:spPr/>
      <dgm:t>
        <a:bodyPr/>
        <a:lstStyle/>
        <a:p>
          <a:endParaRPr lang="en-US"/>
        </a:p>
      </dgm:t>
    </dgm:pt>
    <dgm:pt modelId="{2C4B51C8-225A-492C-A746-EEAAD21AC4C2}">
      <dgm:prSet/>
      <dgm:spPr/>
      <dgm:t>
        <a:bodyPr/>
        <a:lstStyle/>
        <a:p>
          <a:pPr>
            <a:lnSpc>
              <a:spcPct val="100000"/>
            </a:lnSpc>
          </a:pPr>
          <a:r>
            <a:rPr lang="en-US"/>
            <a:t>If an empty array is passed, the effect will only run on the first invocation of the “instance” of the function component.</a:t>
          </a:r>
        </a:p>
      </dgm:t>
    </dgm:pt>
    <dgm:pt modelId="{4EDE73CB-81CF-4C28-BF6C-4F0BF9F38943}" type="parTrans" cxnId="{78B5E812-B5FE-472E-90C0-5228ED77C482}">
      <dgm:prSet/>
      <dgm:spPr/>
      <dgm:t>
        <a:bodyPr/>
        <a:lstStyle/>
        <a:p>
          <a:endParaRPr lang="en-US"/>
        </a:p>
      </dgm:t>
    </dgm:pt>
    <dgm:pt modelId="{BCFF68ED-13C2-4AE8-857C-B1F71C10935A}" type="sibTrans" cxnId="{78B5E812-B5FE-472E-90C0-5228ED77C482}">
      <dgm:prSet/>
      <dgm:spPr/>
      <dgm:t>
        <a:bodyPr/>
        <a:lstStyle/>
        <a:p>
          <a:endParaRPr lang="en-US"/>
        </a:p>
      </dgm:t>
    </dgm:pt>
    <dgm:pt modelId="{E45BC248-09F3-4F4D-9FAB-1FE702D30A9D}">
      <dgm:prSet/>
      <dgm:spPr/>
      <dgm:t>
        <a:bodyPr/>
        <a:lstStyle/>
        <a:p>
          <a:pPr>
            <a:lnSpc>
              <a:spcPct val="100000"/>
            </a:lnSpc>
          </a:pPr>
          <a:r>
            <a:rPr lang="en-US"/>
            <a:t>If the effect function returns a function, that function will run when the component is “unmounted.”</a:t>
          </a:r>
        </a:p>
      </dgm:t>
    </dgm:pt>
    <dgm:pt modelId="{F199C57C-83A0-4657-8719-6656CAB57DAD}" type="parTrans" cxnId="{85A8BF3B-0A40-4A11-9634-9240FBF1E46C}">
      <dgm:prSet/>
      <dgm:spPr/>
      <dgm:t>
        <a:bodyPr/>
        <a:lstStyle/>
        <a:p>
          <a:endParaRPr lang="en-US"/>
        </a:p>
      </dgm:t>
    </dgm:pt>
    <dgm:pt modelId="{0350669F-BAF9-4B91-98A4-F19E6FE02622}" type="sibTrans" cxnId="{85A8BF3B-0A40-4A11-9634-9240FBF1E46C}">
      <dgm:prSet/>
      <dgm:spPr/>
      <dgm:t>
        <a:bodyPr/>
        <a:lstStyle/>
        <a:p>
          <a:endParaRPr lang="en-US"/>
        </a:p>
      </dgm:t>
    </dgm:pt>
    <dgm:pt modelId="{D7B9DC8D-7170-447D-BB90-545849E8BEA8}" type="pres">
      <dgm:prSet presAssocID="{81365CD3-4EB3-4B2F-9009-D4678B17366B}" presName="root" presStyleCnt="0">
        <dgm:presLayoutVars>
          <dgm:dir/>
          <dgm:resizeHandles val="exact"/>
        </dgm:presLayoutVars>
      </dgm:prSet>
      <dgm:spPr/>
    </dgm:pt>
    <dgm:pt modelId="{244B18FB-420D-4810-86C6-E9E18B9FBA60}" type="pres">
      <dgm:prSet presAssocID="{E775B5D5-6DAA-4D70-A16C-2FDC1F167837}" presName="compNode" presStyleCnt="0"/>
      <dgm:spPr/>
    </dgm:pt>
    <dgm:pt modelId="{06BFB718-3755-4B1B-887C-B637809F4C38}" type="pres">
      <dgm:prSet presAssocID="{E775B5D5-6DAA-4D70-A16C-2FDC1F167837}" presName="bgRect" presStyleLbl="bgShp" presStyleIdx="0" presStyleCnt="3"/>
      <dgm:spPr/>
    </dgm:pt>
    <dgm:pt modelId="{068F8108-491F-4E15-A1CF-E01C2CACFFDD}" type="pres">
      <dgm:prSet presAssocID="{E775B5D5-6DAA-4D70-A16C-2FDC1F16783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EAC93FEB-28D1-4C66-976D-B9761B64BE1C}" type="pres">
      <dgm:prSet presAssocID="{E775B5D5-6DAA-4D70-A16C-2FDC1F167837}" presName="spaceRect" presStyleCnt="0"/>
      <dgm:spPr/>
    </dgm:pt>
    <dgm:pt modelId="{86983F1D-B3BE-4BAB-812A-3F67BAE7DD60}" type="pres">
      <dgm:prSet presAssocID="{E775B5D5-6DAA-4D70-A16C-2FDC1F167837}" presName="parTx" presStyleLbl="revTx" presStyleIdx="0" presStyleCnt="3">
        <dgm:presLayoutVars>
          <dgm:chMax val="0"/>
          <dgm:chPref val="0"/>
        </dgm:presLayoutVars>
      </dgm:prSet>
      <dgm:spPr/>
    </dgm:pt>
    <dgm:pt modelId="{D4878EA3-1C55-4415-B599-3D8B6E4FF5F7}" type="pres">
      <dgm:prSet presAssocID="{1C1D318F-3789-4982-9342-A249376EB088}" presName="sibTrans" presStyleCnt="0"/>
      <dgm:spPr/>
    </dgm:pt>
    <dgm:pt modelId="{C0BE44E1-0BC8-40FC-AFE2-58834D4D6E4C}" type="pres">
      <dgm:prSet presAssocID="{2C4B51C8-225A-492C-A746-EEAAD21AC4C2}" presName="compNode" presStyleCnt="0"/>
      <dgm:spPr/>
    </dgm:pt>
    <dgm:pt modelId="{B0B5EAC3-4440-4F30-84EA-65356395B7F4}" type="pres">
      <dgm:prSet presAssocID="{2C4B51C8-225A-492C-A746-EEAAD21AC4C2}" presName="bgRect" presStyleLbl="bgShp" presStyleIdx="1" presStyleCnt="3"/>
      <dgm:spPr/>
    </dgm:pt>
    <dgm:pt modelId="{9614A09B-0FC9-48CD-9C24-C5405CD60748}" type="pres">
      <dgm:prSet presAssocID="{2C4B51C8-225A-492C-A746-EEAAD21AC4C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05D07E94-2CE5-45DB-B3CD-711F075CB20B}" type="pres">
      <dgm:prSet presAssocID="{2C4B51C8-225A-492C-A746-EEAAD21AC4C2}" presName="spaceRect" presStyleCnt="0"/>
      <dgm:spPr/>
    </dgm:pt>
    <dgm:pt modelId="{57EA807F-57F4-4090-ACB1-081E0DB39F88}" type="pres">
      <dgm:prSet presAssocID="{2C4B51C8-225A-492C-A746-EEAAD21AC4C2}" presName="parTx" presStyleLbl="revTx" presStyleIdx="1" presStyleCnt="3">
        <dgm:presLayoutVars>
          <dgm:chMax val="0"/>
          <dgm:chPref val="0"/>
        </dgm:presLayoutVars>
      </dgm:prSet>
      <dgm:spPr/>
    </dgm:pt>
    <dgm:pt modelId="{C09B8CF4-1AD9-4DF3-B85B-DA114C4D640B}" type="pres">
      <dgm:prSet presAssocID="{BCFF68ED-13C2-4AE8-857C-B1F71C10935A}" presName="sibTrans" presStyleCnt="0"/>
      <dgm:spPr/>
    </dgm:pt>
    <dgm:pt modelId="{47963305-B5F8-41EF-9719-89F89DF4A624}" type="pres">
      <dgm:prSet presAssocID="{E45BC248-09F3-4F4D-9FAB-1FE702D30A9D}" presName="compNode" presStyleCnt="0"/>
      <dgm:spPr/>
    </dgm:pt>
    <dgm:pt modelId="{32D00412-148A-4595-9F80-0DD5AF6260D9}" type="pres">
      <dgm:prSet presAssocID="{E45BC248-09F3-4F4D-9FAB-1FE702D30A9D}" presName="bgRect" presStyleLbl="bgShp" presStyleIdx="2" presStyleCnt="3"/>
      <dgm:spPr/>
    </dgm:pt>
    <dgm:pt modelId="{944EE1D6-83BF-44D3-8D0F-A87EE1020E66}" type="pres">
      <dgm:prSet presAssocID="{E45BC248-09F3-4F4D-9FAB-1FE702D30A9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ircle with Left Arrow"/>
        </a:ext>
      </dgm:extLst>
    </dgm:pt>
    <dgm:pt modelId="{5D760732-6AC3-4A87-AF53-D457170023A0}" type="pres">
      <dgm:prSet presAssocID="{E45BC248-09F3-4F4D-9FAB-1FE702D30A9D}" presName="spaceRect" presStyleCnt="0"/>
      <dgm:spPr/>
    </dgm:pt>
    <dgm:pt modelId="{3E1A1524-7E1F-42B7-9068-972E5D59D254}" type="pres">
      <dgm:prSet presAssocID="{E45BC248-09F3-4F4D-9FAB-1FE702D30A9D}" presName="parTx" presStyleLbl="revTx" presStyleIdx="2" presStyleCnt="3">
        <dgm:presLayoutVars>
          <dgm:chMax val="0"/>
          <dgm:chPref val="0"/>
        </dgm:presLayoutVars>
      </dgm:prSet>
      <dgm:spPr/>
    </dgm:pt>
  </dgm:ptLst>
  <dgm:cxnLst>
    <dgm:cxn modelId="{78B5E812-B5FE-472E-90C0-5228ED77C482}" srcId="{81365CD3-4EB3-4B2F-9009-D4678B17366B}" destId="{2C4B51C8-225A-492C-A746-EEAAD21AC4C2}" srcOrd="1" destOrd="0" parTransId="{4EDE73CB-81CF-4C28-BF6C-4F0BF9F38943}" sibTransId="{BCFF68ED-13C2-4AE8-857C-B1F71C10935A}"/>
    <dgm:cxn modelId="{A94B4E23-5014-4840-93F9-816C3CBA1200}" srcId="{81365CD3-4EB3-4B2F-9009-D4678B17366B}" destId="{E775B5D5-6DAA-4D70-A16C-2FDC1F167837}" srcOrd="0" destOrd="0" parTransId="{C551BFB2-AB9E-48A9-B47A-EFFC433692EE}" sibTransId="{1C1D318F-3789-4982-9342-A249376EB088}"/>
    <dgm:cxn modelId="{85A8BF3B-0A40-4A11-9634-9240FBF1E46C}" srcId="{81365CD3-4EB3-4B2F-9009-D4678B17366B}" destId="{E45BC248-09F3-4F4D-9FAB-1FE702D30A9D}" srcOrd="2" destOrd="0" parTransId="{F199C57C-83A0-4657-8719-6656CAB57DAD}" sibTransId="{0350669F-BAF9-4B91-98A4-F19E6FE02622}"/>
    <dgm:cxn modelId="{FF041D61-D1B0-45D7-B58B-3F46A93580F9}" type="presOf" srcId="{81365CD3-4EB3-4B2F-9009-D4678B17366B}" destId="{D7B9DC8D-7170-447D-BB90-545849E8BEA8}" srcOrd="0" destOrd="0" presId="urn:microsoft.com/office/officeart/2018/2/layout/IconVerticalSolidList"/>
    <dgm:cxn modelId="{B3C7936B-D157-4426-B93F-9E244B5DB7A4}" type="presOf" srcId="{E775B5D5-6DAA-4D70-A16C-2FDC1F167837}" destId="{86983F1D-B3BE-4BAB-812A-3F67BAE7DD60}" srcOrd="0" destOrd="0" presId="urn:microsoft.com/office/officeart/2018/2/layout/IconVerticalSolidList"/>
    <dgm:cxn modelId="{49A1247E-F9DF-443F-BD60-514F3BCC7BAA}" type="presOf" srcId="{2C4B51C8-225A-492C-A746-EEAAD21AC4C2}" destId="{57EA807F-57F4-4090-ACB1-081E0DB39F88}" srcOrd="0" destOrd="0" presId="urn:microsoft.com/office/officeart/2018/2/layout/IconVerticalSolidList"/>
    <dgm:cxn modelId="{130ACFEC-EB19-4536-A132-728A21D4F262}" type="presOf" srcId="{E45BC248-09F3-4F4D-9FAB-1FE702D30A9D}" destId="{3E1A1524-7E1F-42B7-9068-972E5D59D254}" srcOrd="0" destOrd="0" presId="urn:microsoft.com/office/officeart/2018/2/layout/IconVerticalSolidList"/>
    <dgm:cxn modelId="{8765EA5B-54B9-4AE3-8232-978C3F32A68E}" type="presParOf" srcId="{D7B9DC8D-7170-447D-BB90-545849E8BEA8}" destId="{244B18FB-420D-4810-86C6-E9E18B9FBA60}" srcOrd="0" destOrd="0" presId="urn:microsoft.com/office/officeart/2018/2/layout/IconVerticalSolidList"/>
    <dgm:cxn modelId="{699F6B6F-9467-4372-A451-EBA914C1298D}" type="presParOf" srcId="{244B18FB-420D-4810-86C6-E9E18B9FBA60}" destId="{06BFB718-3755-4B1B-887C-B637809F4C38}" srcOrd="0" destOrd="0" presId="urn:microsoft.com/office/officeart/2018/2/layout/IconVerticalSolidList"/>
    <dgm:cxn modelId="{7463CC3C-2E41-4FFC-A91A-6CAB1E4037DD}" type="presParOf" srcId="{244B18FB-420D-4810-86C6-E9E18B9FBA60}" destId="{068F8108-491F-4E15-A1CF-E01C2CACFFDD}" srcOrd="1" destOrd="0" presId="urn:microsoft.com/office/officeart/2018/2/layout/IconVerticalSolidList"/>
    <dgm:cxn modelId="{95B3BE66-FA71-4DA1-88F8-64AC3F1018EF}" type="presParOf" srcId="{244B18FB-420D-4810-86C6-E9E18B9FBA60}" destId="{EAC93FEB-28D1-4C66-976D-B9761B64BE1C}" srcOrd="2" destOrd="0" presId="urn:microsoft.com/office/officeart/2018/2/layout/IconVerticalSolidList"/>
    <dgm:cxn modelId="{E56E82B9-3531-4CC5-822C-5B66B7A3D6AB}" type="presParOf" srcId="{244B18FB-420D-4810-86C6-E9E18B9FBA60}" destId="{86983F1D-B3BE-4BAB-812A-3F67BAE7DD60}" srcOrd="3" destOrd="0" presId="urn:microsoft.com/office/officeart/2018/2/layout/IconVerticalSolidList"/>
    <dgm:cxn modelId="{BABF01D0-DD9B-42BE-8ADD-853EBFA68474}" type="presParOf" srcId="{D7B9DC8D-7170-447D-BB90-545849E8BEA8}" destId="{D4878EA3-1C55-4415-B599-3D8B6E4FF5F7}" srcOrd="1" destOrd="0" presId="urn:microsoft.com/office/officeart/2018/2/layout/IconVerticalSolidList"/>
    <dgm:cxn modelId="{81E0C958-5ED9-4D67-9B52-AF7ABCE7CB68}" type="presParOf" srcId="{D7B9DC8D-7170-447D-BB90-545849E8BEA8}" destId="{C0BE44E1-0BC8-40FC-AFE2-58834D4D6E4C}" srcOrd="2" destOrd="0" presId="urn:microsoft.com/office/officeart/2018/2/layout/IconVerticalSolidList"/>
    <dgm:cxn modelId="{B0D72B49-F55A-4454-AD40-80C7C1DF9C15}" type="presParOf" srcId="{C0BE44E1-0BC8-40FC-AFE2-58834D4D6E4C}" destId="{B0B5EAC3-4440-4F30-84EA-65356395B7F4}" srcOrd="0" destOrd="0" presId="urn:microsoft.com/office/officeart/2018/2/layout/IconVerticalSolidList"/>
    <dgm:cxn modelId="{18FCABBC-D7AA-4057-8EC6-2F2EBD9DFFEE}" type="presParOf" srcId="{C0BE44E1-0BC8-40FC-AFE2-58834D4D6E4C}" destId="{9614A09B-0FC9-48CD-9C24-C5405CD60748}" srcOrd="1" destOrd="0" presId="urn:microsoft.com/office/officeart/2018/2/layout/IconVerticalSolidList"/>
    <dgm:cxn modelId="{B70AFB98-0F5A-4590-B232-E7E0039CBF99}" type="presParOf" srcId="{C0BE44E1-0BC8-40FC-AFE2-58834D4D6E4C}" destId="{05D07E94-2CE5-45DB-B3CD-711F075CB20B}" srcOrd="2" destOrd="0" presId="urn:microsoft.com/office/officeart/2018/2/layout/IconVerticalSolidList"/>
    <dgm:cxn modelId="{186EE573-DED6-465B-B749-0DDD5F177CFA}" type="presParOf" srcId="{C0BE44E1-0BC8-40FC-AFE2-58834D4D6E4C}" destId="{57EA807F-57F4-4090-ACB1-081E0DB39F88}" srcOrd="3" destOrd="0" presId="urn:microsoft.com/office/officeart/2018/2/layout/IconVerticalSolidList"/>
    <dgm:cxn modelId="{EB46142C-5928-4FEF-B8EE-0FA1A75EE834}" type="presParOf" srcId="{D7B9DC8D-7170-447D-BB90-545849E8BEA8}" destId="{C09B8CF4-1AD9-4DF3-B85B-DA114C4D640B}" srcOrd="3" destOrd="0" presId="urn:microsoft.com/office/officeart/2018/2/layout/IconVerticalSolidList"/>
    <dgm:cxn modelId="{BD0962F9-C408-4D0D-A774-D31A793BFFA5}" type="presParOf" srcId="{D7B9DC8D-7170-447D-BB90-545849E8BEA8}" destId="{47963305-B5F8-41EF-9719-89F89DF4A624}" srcOrd="4" destOrd="0" presId="urn:microsoft.com/office/officeart/2018/2/layout/IconVerticalSolidList"/>
    <dgm:cxn modelId="{B9A932BB-2BEA-432F-B02C-2D48DB121B9D}" type="presParOf" srcId="{47963305-B5F8-41EF-9719-89F89DF4A624}" destId="{32D00412-148A-4595-9F80-0DD5AF6260D9}" srcOrd="0" destOrd="0" presId="urn:microsoft.com/office/officeart/2018/2/layout/IconVerticalSolidList"/>
    <dgm:cxn modelId="{98FA4798-C760-4196-A96B-0BEF1F7DD385}" type="presParOf" srcId="{47963305-B5F8-41EF-9719-89F89DF4A624}" destId="{944EE1D6-83BF-44D3-8D0F-A87EE1020E66}" srcOrd="1" destOrd="0" presId="urn:microsoft.com/office/officeart/2018/2/layout/IconVerticalSolidList"/>
    <dgm:cxn modelId="{A0F1C595-BFE6-4B78-A570-9E8CFE8382CC}" type="presParOf" srcId="{47963305-B5F8-41EF-9719-89F89DF4A624}" destId="{5D760732-6AC3-4A87-AF53-D457170023A0}" srcOrd="2" destOrd="0" presId="urn:microsoft.com/office/officeart/2018/2/layout/IconVerticalSolidList"/>
    <dgm:cxn modelId="{26638223-235B-44C0-8AF7-E790205A9645}" type="presParOf" srcId="{47963305-B5F8-41EF-9719-89F89DF4A624}" destId="{3E1A1524-7E1F-42B7-9068-972E5D59D25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CA322C22-E602-444D-BF14-D5DDB3F5ED78}"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DFC0EBA5-572D-426F-B4DC-D5FD9C19971F}">
      <dgm:prSet/>
      <dgm:spPr/>
      <dgm:t>
        <a:bodyPr/>
        <a:lstStyle/>
        <a:p>
          <a:pPr>
            <a:lnSpc>
              <a:spcPct val="100000"/>
            </a:lnSpc>
          </a:pPr>
          <a:r>
            <a:rPr lang="en-US"/>
            <a:t>Route Configuration</a:t>
          </a:r>
        </a:p>
      </dgm:t>
    </dgm:pt>
    <dgm:pt modelId="{6ECC87C6-FFFB-4F77-A53C-D288263FE1C5}" type="parTrans" cxnId="{DD696E40-A767-4673-910E-6BCF98A4914A}">
      <dgm:prSet/>
      <dgm:spPr/>
      <dgm:t>
        <a:bodyPr/>
        <a:lstStyle/>
        <a:p>
          <a:endParaRPr lang="en-US"/>
        </a:p>
      </dgm:t>
    </dgm:pt>
    <dgm:pt modelId="{9B5F85F8-977B-4F2F-8D92-12F8D19F0158}" type="sibTrans" cxnId="{DD696E40-A767-4673-910E-6BCF98A4914A}">
      <dgm:prSet/>
      <dgm:spPr/>
      <dgm:t>
        <a:bodyPr/>
        <a:lstStyle/>
        <a:p>
          <a:endParaRPr lang="en-US"/>
        </a:p>
      </dgm:t>
    </dgm:pt>
    <dgm:pt modelId="{FC1B54F3-E41D-421A-A776-132F14AD9297}">
      <dgm:prSet/>
      <dgm:spPr/>
      <dgm:t>
        <a:bodyPr/>
        <a:lstStyle/>
        <a:p>
          <a:pPr>
            <a:lnSpc>
              <a:spcPct val="100000"/>
            </a:lnSpc>
          </a:pPr>
          <a:r>
            <a:rPr lang="en-US"/>
            <a:t>Navigation</a:t>
          </a:r>
        </a:p>
      </dgm:t>
    </dgm:pt>
    <dgm:pt modelId="{841F3F3E-B936-4608-BC7D-3A33B0AC99AD}" type="parTrans" cxnId="{2CC148FD-2A48-44C2-BEAB-FB3A69156AA1}">
      <dgm:prSet/>
      <dgm:spPr/>
      <dgm:t>
        <a:bodyPr/>
        <a:lstStyle/>
        <a:p>
          <a:endParaRPr lang="en-US"/>
        </a:p>
      </dgm:t>
    </dgm:pt>
    <dgm:pt modelId="{B5A3471F-7750-46A2-9C42-6EEBFEB86D1B}" type="sibTrans" cxnId="{2CC148FD-2A48-44C2-BEAB-FB3A69156AA1}">
      <dgm:prSet/>
      <dgm:spPr/>
      <dgm:t>
        <a:bodyPr/>
        <a:lstStyle/>
        <a:p>
          <a:endParaRPr lang="en-US"/>
        </a:p>
      </dgm:t>
    </dgm:pt>
    <dgm:pt modelId="{C072DF0E-B4A8-4DD9-8832-A18749A70BB9}">
      <dgm:prSet/>
      <dgm:spPr/>
      <dgm:t>
        <a:bodyPr/>
        <a:lstStyle/>
        <a:p>
          <a:pPr>
            <a:lnSpc>
              <a:spcPct val="100000"/>
            </a:lnSpc>
          </a:pPr>
          <a:r>
            <a:rPr lang="en-US"/>
            <a:t>Protected Routes</a:t>
          </a:r>
        </a:p>
      </dgm:t>
    </dgm:pt>
    <dgm:pt modelId="{DAE54A33-3B73-4056-B883-6B460F941572}" type="parTrans" cxnId="{A1F96BA0-8084-4D2F-99A1-1B52CEE52D56}">
      <dgm:prSet/>
      <dgm:spPr/>
      <dgm:t>
        <a:bodyPr/>
        <a:lstStyle/>
        <a:p>
          <a:endParaRPr lang="en-US"/>
        </a:p>
      </dgm:t>
    </dgm:pt>
    <dgm:pt modelId="{842EDE10-ABF5-4DF7-8600-A6EA61476671}" type="sibTrans" cxnId="{A1F96BA0-8084-4D2F-99A1-1B52CEE52D56}">
      <dgm:prSet/>
      <dgm:spPr/>
      <dgm:t>
        <a:bodyPr/>
        <a:lstStyle/>
        <a:p>
          <a:endParaRPr lang="en-US"/>
        </a:p>
      </dgm:t>
    </dgm:pt>
    <dgm:pt modelId="{74EE47D9-4181-48A5-9341-3C802D69AC36}" type="pres">
      <dgm:prSet presAssocID="{CA322C22-E602-444D-BF14-D5DDB3F5ED78}" presName="root" presStyleCnt="0">
        <dgm:presLayoutVars>
          <dgm:dir/>
          <dgm:resizeHandles val="exact"/>
        </dgm:presLayoutVars>
      </dgm:prSet>
      <dgm:spPr/>
    </dgm:pt>
    <dgm:pt modelId="{12222A01-A4D4-4E6F-8BE4-33435E5EDFC7}" type="pres">
      <dgm:prSet presAssocID="{DFC0EBA5-572D-426F-B4DC-D5FD9C19971F}" presName="compNode" presStyleCnt="0"/>
      <dgm:spPr/>
    </dgm:pt>
    <dgm:pt modelId="{C03EBCA4-4CBB-4FC7-A9D2-E642B11A08FB}" type="pres">
      <dgm:prSet presAssocID="{DFC0EBA5-572D-426F-B4DC-D5FD9C19971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mputer"/>
        </a:ext>
      </dgm:extLst>
    </dgm:pt>
    <dgm:pt modelId="{1B8EE599-F587-4455-BEF0-3D622C68ACCB}" type="pres">
      <dgm:prSet presAssocID="{DFC0EBA5-572D-426F-B4DC-D5FD9C19971F}" presName="spaceRect" presStyleCnt="0"/>
      <dgm:spPr/>
    </dgm:pt>
    <dgm:pt modelId="{20326AC4-4D64-4545-B2DA-DA7446344283}" type="pres">
      <dgm:prSet presAssocID="{DFC0EBA5-572D-426F-B4DC-D5FD9C19971F}" presName="textRect" presStyleLbl="revTx" presStyleIdx="0" presStyleCnt="3">
        <dgm:presLayoutVars>
          <dgm:chMax val="1"/>
          <dgm:chPref val="1"/>
        </dgm:presLayoutVars>
      </dgm:prSet>
      <dgm:spPr/>
    </dgm:pt>
    <dgm:pt modelId="{D936F4CA-CAF8-44A0-B59F-760DB46CE08E}" type="pres">
      <dgm:prSet presAssocID="{9B5F85F8-977B-4F2F-8D92-12F8D19F0158}" presName="sibTrans" presStyleCnt="0"/>
      <dgm:spPr/>
    </dgm:pt>
    <dgm:pt modelId="{D899862C-F0B5-4BDF-B315-4DDB63E4DF78}" type="pres">
      <dgm:prSet presAssocID="{FC1B54F3-E41D-421A-A776-132F14AD9297}" presName="compNode" presStyleCnt="0"/>
      <dgm:spPr/>
    </dgm:pt>
    <dgm:pt modelId="{6893EB4D-9D30-43FB-BF5B-4710EAA0A177}" type="pres">
      <dgm:prSet presAssocID="{FC1B54F3-E41D-421A-A776-132F14AD929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mpass"/>
        </a:ext>
      </dgm:extLst>
    </dgm:pt>
    <dgm:pt modelId="{6AF10227-C0E7-460E-AA13-2291F557356C}" type="pres">
      <dgm:prSet presAssocID="{FC1B54F3-E41D-421A-A776-132F14AD9297}" presName="spaceRect" presStyleCnt="0"/>
      <dgm:spPr/>
    </dgm:pt>
    <dgm:pt modelId="{E017A09D-714A-4449-8356-6507F10C37D7}" type="pres">
      <dgm:prSet presAssocID="{FC1B54F3-E41D-421A-A776-132F14AD9297}" presName="textRect" presStyleLbl="revTx" presStyleIdx="1" presStyleCnt="3">
        <dgm:presLayoutVars>
          <dgm:chMax val="1"/>
          <dgm:chPref val="1"/>
        </dgm:presLayoutVars>
      </dgm:prSet>
      <dgm:spPr/>
    </dgm:pt>
    <dgm:pt modelId="{D26EA6B8-E589-4822-AE15-40863A4EDD13}" type="pres">
      <dgm:prSet presAssocID="{B5A3471F-7750-46A2-9C42-6EEBFEB86D1B}" presName="sibTrans" presStyleCnt="0"/>
      <dgm:spPr/>
    </dgm:pt>
    <dgm:pt modelId="{4660170B-CD61-402A-ACBC-6079075F2268}" type="pres">
      <dgm:prSet presAssocID="{C072DF0E-B4A8-4DD9-8832-A18749A70BB9}" presName="compNode" presStyleCnt="0"/>
      <dgm:spPr/>
    </dgm:pt>
    <dgm:pt modelId="{F702EC76-ECFB-4975-A2E7-4E92417A542F}" type="pres">
      <dgm:prSet presAssocID="{C072DF0E-B4A8-4DD9-8832-A18749A70BB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99A45C0A-B9D0-4E43-B194-201C14273A54}" type="pres">
      <dgm:prSet presAssocID="{C072DF0E-B4A8-4DD9-8832-A18749A70BB9}" presName="spaceRect" presStyleCnt="0"/>
      <dgm:spPr/>
    </dgm:pt>
    <dgm:pt modelId="{890BA9EB-0E27-4946-91A9-14880FF4E236}" type="pres">
      <dgm:prSet presAssocID="{C072DF0E-B4A8-4DD9-8832-A18749A70BB9}" presName="textRect" presStyleLbl="revTx" presStyleIdx="2" presStyleCnt="3">
        <dgm:presLayoutVars>
          <dgm:chMax val="1"/>
          <dgm:chPref val="1"/>
        </dgm:presLayoutVars>
      </dgm:prSet>
      <dgm:spPr/>
    </dgm:pt>
  </dgm:ptLst>
  <dgm:cxnLst>
    <dgm:cxn modelId="{5AE75300-88AC-43C1-AE48-47E246A63738}" type="presOf" srcId="{DFC0EBA5-572D-426F-B4DC-D5FD9C19971F}" destId="{20326AC4-4D64-4545-B2DA-DA7446344283}" srcOrd="0" destOrd="0" presId="urn:microsoft.com/office/officeart/2018/2/layout/IconLabelList"/>
    <dgm:cxn modelId="{1402E232-3245-46CA-9859-6D0541543029}" type="presOf" srcId="{FC1B54F3-E41D-421A-A776-132F14AD9297}" destId="{E017A09D-714A-4449-8356-6507F10C37D7}" srcOrd="0" destOrd="0" presId="urn:microsoft.com/office/officeart/2018/2/layout/IconLabelList"/>
    <dgm:cxn modelId="{DD696E40-A767-4673-910E-6BCF98A4914A}" srcId="{CA322C22-E602-444D-BF14-D5DDB3F5ED78}" destId="{DFC0EBA5-572D-426F-B4DC-D5FD9C19971F}" srcOrd="0" destOrd="0" parTransId="{6ECC87C6-FFFB-4F77-A53C-D288263FE1C5}" sibTransId="{9B5F85F8-977B-4F2F-8D92-12F8D19F0158}"/>
    <dgm:cxn modelId="{A1F96BA0-8084-4D2F-99A1-1B52CEE52D56}" srcId="{CA322C22-E602-444D-BF14-D5DDB3F5ED78}" destId="{C072DF0E-B4A8-4DD9-8832-A18749A70BB9}" srcOrd="2" destOrd="0" parTransId="{DAE54A33-3B73-4056-B883-6B460F941572}" sibTransId="{842EDE10-ABF5-4DF7-8600-A6EA61476671}"/>
    <dgm:cxn modelId="{675B3AF1-4AC0-4650-8991-C68A7EFE49D2}" type="presOf" srcId="{CA322C22-E602-444D-BF14-D5DDB3F5ED78}" destId="{74EE47D9-4181-48A5-9341-3C802D69AC36}" srcOrd="0" destOrd="0" presId="urn:microsoft.com/office/officeart/2018/2/layout/IconLabelList"/>
    <dgm:cxn modelId="{EC67EBF9-0824-4BDA-9B8E-FDC4D5F04D3E}" type="presOf" srcId="{C072DF0E-B4A8-4DD9-8832-A18749A70BB9}" destId="{890BA9EB-0E27-4946-91A9-14880FF4E236}" srcOrd="0" destOrd="0" presId="urn:microsoft.com/office/officeart/2018/2/layout/IconLabelList"/>
    <dgm:cxn modelId="{2CC148FD-2A48-44C2-BEAB-FB3A69156AA1}" srcId="{CA322C22-E602-444D-BF14-D5DDB3F5ED78}" destId="{FC1B54F3-E41D-421A-A776-132F14AD9297}" srcOrd="1" destOrd="0" parTransId="{841F3F3E-B936-4608-BC7D-3A33B0AC99AD}" sibTransId="{B5A3471F-7750-46A2-9C42-6EEBFEB86D1B}"/>
    <dgm:cxn modelId="{C484998D-8078-4C01-88F8-EC290C725982}" type="presParOf" srcId="{74EE47D9-4181-48A5-9341-3C802D69AC36}" destId="{12222A01-A4D4-4E6F-8BE4-33435E5EDFC7}" srcOrd="0" destOrd="0" presId="urn:microsoft.com/office/officeart/2018/2/layout/IconLabelList"/>
    <dgm:cxn modelId="{8768D425-A2CE-4A2B-8685-06CD22AF4AFF}" type="presParOf" srcId="{12222A01-A4D4-4E6F-8BE4-33435E5EDFC7}" destId="{C03EBCA4-4CBB-4FC7-A9D2-E642B11A08FB}" srcOrd="0" destOrd="0" presId="urn:microsoft.com/office/officeart/2018/2/layout/IconLabelList"/>
    <dgm:cxn modelId="{398D017D-DB9D-4A86-AB1B-824528A41A05}" type="presParOf" srcId="{12222A01-A4D4-4E6F-8BE4-33435E5EDFC7}" destId="{1B8EE599-F587-4455-BEF0-3D622C68ACCB}" srcOrd="1" destOrd="0" presId="urn:microsoft.com/office/officeart/2018/2/layout/IconLabelList"/>
    <dgm:cxn modelId="{D5AE2F71-2694-44A1-9B73-59CC4FB4FC26}" type="presParOf" srcId="{12222A01-A4D4-4E6F-8BE4-33435E5EDFC7}" destId="{20326AC4-4D64-4545-B2DA-DA7446344283}" srcOrd="2" destOrd="0" presId="urn:microsoft.com/office/officeart/2018/2/layout/IconLabelList"/>
    <dgm:cxn modelId="{D7F7E302-8D65-40FA-8D57-60E95A4ADDF9}" type="presParOf" srcId="{74EE47D9-4181-48A5-9341-3C802D69AC36}" destId="{D936F4CA-CAF8-44A0-B59F-760DB46CE08E}" srcOrd="1" destOrd="0" presId="urn:microsoft.com/office/officeart/2018/2/layout/IconLabelList"/>
    <dgm:cxn modelId="{36A5AD26-A8C8-4A89-B587-4556399C8441}" type="presParOf" srcId="{74EE47D9-4181-48A5-9341-3C802D69AC36}" destId="{D899862C-F0B5-4BDF-B315-4DDB63E4DF78}" srcOrd="2" destOrd="0" presId="urn:microsoft.com/office/officeart/2018/2/layout/IconLabelList"/>
    <dgm:cxn modelId="{F8A9C82C-949A-428A-9A4E-9AC1F9696769}" type="presParOf" srcId="{D899862C-F0B5-4BDF-B315-4DDB63E4DF78}" destId="{6893EB4D-9D30-43FB-BF5B-4710EAA0A177}" srcOrd="0" destOrd="0" presId="urn:microsoft.com/office/officeart/2018/2/layout/IconLabelList"/>
    <dgm:cxn modelId="{D4AD6E86-45F6-4EEF-975A-F34B3474572D}" type="presParOf" srcId="{D899862C-F0B5-4BDF-B315-4DDB63E4DF78}" destId="{6AF10227-C0E7-460E-AA13-2291F557356C}" srcOrd="1" destOrd="0" presId="urn:microsoft.com/office/officeart/2018/2/layout/IconLabelList"/>
    <dgm:cxn modelId="{BCC1519F-5D07-40E6-950D-AD8441C78E9F}" type="presParOf" srcId="{D899862C-F0B5-4BDF-B315-4DDB63E4DF78}" destId="{E017A09D-714A-4449-8356-6507F10C37D7}" srcOrd="2" destOrd="0" presId="urn:microsoft.com/office/officeart/2018/2/layout/IconLabelList"/>
    <dgm:cxn modelId="{C79903CA-D578-4321-982A-F6AD48974A7C}" type="presParOf" srcId="{74EE47D9-4181-48A5-9341-3C802D69AC36}" destId="{D26EA6B8-E589-4822-AE15-40863A4EDD13}" srcOrd="3" destOrd="0" presId="urn:microsoft.com/office/officeart/2018/2/layout/IconLabelList"/>
    <dgm:cxn modelId="{89B30627-F921-41B1-94EC-ADA8E178231B}" type="presParOf" srcId="{74EE47D9-4181-48A5-9341-3C802D69AC36}" destId="{4660170B-CD61-402A-ACBC-6079075F2268}" srcOrd="4" destOrd="0" presId="urn:microsoft.com/office/officeart/2018/2/layout/IconLabelList"/>
    <dgm:cxn modelId="{D8449525-B415-42D4-AF0E-42AFE079844C}" type="presParOf" srcId="{4660170B-CD61-402A-ACBC-6079075F2268}" destId="{F702EC76-ECFB-4975-A2E7-4E92417A542F}" srcOrd="0" destOrd="0" presId="urn:microsoft.com/office/officeart/2018/2/layout/IconLabelList"/>
    <dgm:cxn modelId="{7742D23B-F56E-48F0-8206-856AC4558BE2}" type="presParOf" srcId="{4660170B-CD61-402A-ACBC-6079075F2268}" destId="{99A45C0A-B9D0-4E43-B194-201C14273A54}" srcOrd="1" destOrd="0" presId="urn:microsoft.com/office/officeart/2018/2/layout/IconLabelList"/>
    <dgm:cxn modelId="{CFCF5671-73E9-4D4B-839B-E5C7ABD115FC}" type="presParOf" srcId="{4660170B-CD61-402A-ACBC-6079075F2268}" destId="{890BA9EB-0E27-4946-91A9-14880FF4E236}"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2FAA6864-5271-4DDC-83E1-D59FFD95DC5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BB2238E-AE6F-4BA5-B5A3-030AC9975920}">
      <dgm:prSet/>
      <dgm:spPr/>
      <dgm:t>
        <a:bodyPr/>
        <a:lstStyle/>
        <a:p>
          <a:pPr>
            <a:lnSpc>
              <a:spcPct val="100000"/>
            </a:lnSpc>
          </a:pPr>
          <a:r>
            <a:rPr lang="en-US"/>
            <a:t>What is React Router?</a:t>
          </a:r>
        </a:p>
      </dgm:t>
    </dgm:pt>
    <dgm:pt modelId="{0BFA2136-C2A9-4C4D-935E-0880A2322BF7}" type="parTrans" cxnId="{7FA598BD-83E6-49D5-9F10-A183E359B84F}">
      <dgm:prSet/>
      <dgm:spPr/>
      <dgm:t>
        <a:bodyPr/>
        <a:lstStyle/>
        <a:p>
          <a:endParaRPr lang="en-US"/>
        </a:p>
      </dgm:t>
    </dgm:pt>
    <dgm:pt modelId="{3A0B6B27-C5C2-4FE0-BBA1-4B87FAD63E15}" type="sibTrans" cxnId="{7FA598BD-83E6-49D5-9F10-A183E359B84F}">
      <dgm:prSet/>
      <dgm:spPr/>
      <dgm:t>
        <a:bodyPr/>
        <a:lstStyle/>
        <a:p>
          <a:endParaRPr lang="en-US"/>
        </a:p>
      </dgm:t>
    </dgm:pt>
    <dgm:pt modelId="{6AE6FE61-9DCD-4849-B337-4E945D1B6746}">
      <dgm:prSet/>
      <dgm:spPr/>
      <dgm:t>
        <a:bodyPr/>
        <a:lstStyle/>
        <a:p>
          <a:pPr>
            <a:lnSpc>
              <a:spcPct val="100000"/>
            </a:lnSpc>
          </a:pPr>
          <a:r>
            <a:rPr lang="en-US" b="0" i="0"/>
            <a:t>dynamic routing library built on top of the React framework. React Router uses a component-based structure to define routing rules.</a:t>
          </a:r>
          <a:endParaRPr lang="en-US"/>
        </a:p>
      </dgm:t>
    </dgm:pt>
    <dgm:pt modelId="{0FCAC213-0394-4BA6-9272-8A0905AC0885}" type="parTrans" cxnId="{27A40BEC-00B0-4959-B161-1D145BC81BB7}">
      <dgm:prSet/>
      <dgm:spPr/>
      <dgm:t>
        <a:bodyPr/>
        <a:lstStyle/>
        <a:p>
          <a:endParaRPr lang="en-US"/>
        </a:p>
      </dgm:t>
    </dgm:pt>
    <dgm:pt modelId="{D2612681-FCE7-4056-8624-9ED9AD30E123}" type="sibTrans" cxnId="{27A40BEC-00B0-4959-B161-1D145BC81BB7}">
      <dgm:prSet/>
      <dgm:spPr/>
      <dgm:t>
        <a:bodyPr/>
        <a:lstStyle/>
        <a:p>
          <a:endParaRPr lang="en-US"/>
        </a:p>
      </dgm:t>
    </dgm:pt>
    <dgm:pt modelId="{5C0B7297-9EA5-4789-AAF8-7C9D19DDAB96}">
      <dgm:prSet/>
      <dgm:spPr/>
      <dgm:t>
        <a:bodyPr/>
        <a:lstStyle/>
        <a:p>
          <a:pPr>
            <a:lnSpc>
              <a:spcPct val="100000"/>
            </a:lnSpc>
          </a:pPr>
          <a:r>
            <a:rPr lang="en-US"/>
            <a:t>Why is it important?</a:t>
          </a:r>
        </a:p>
      </dgm:t>
    </dgm:pt>
    <dgm:pt modelId="{83768FB2-780E-43E8-B0B2-FF9515E522FC}" type="parTrans" cxnId="{385E590B-02DF-4194-BD18-09ADDAD22A4B}">
      <dgm:prSet/>
      <dgm:spPr/>
      <dgm:t>
        <a:bodyPr/>
        <a:lstStyle/>
        <a:p>
          <a:endParaRPr lang="en-US"/>
        </a:p>
      </dgm:t>
    </dgm:pt>
    <dgm:pt modelId="{61537E0C-11E1-4A34-BB33-C716A6DEFDA9}" type="sibTrans" cxnId="{385E590B-02DF-4194-BD18-09ADDAD22A4B}">
      <dgm:prSet/>
      <dgm:spPr/>
      <dgm:t>
        <a:bodyPr/>
        <a:lstStyle/>
        <a:p>
          <a:endParaRPr lang="en-US"/>
        </a:p>
      </dgm:t>
    </dgm:pt>
    <dgm:pt modelId="{56B16BDF-7D6D-4191-96C5-385045BD14F0}">
      <dgm:prSet/>
      <dgm:spPr/>
      <dgm:t>
        <a:bodyPr/>
        <a:lstStyle/>
        <a:p>
          <a:pPr>
            <a:lnSpc>
              <a:spcPct val="100000"/>
            </a:lnSpc>
          </a:pPr>
          <a:r>
            <a:rPr lang="en-US"/>
            <a:t>SPA Navigation</a:t>
          </a:r>
        </a:p>
      </dgm:t>
    </dgm:pt>
    <dgm:pt modelId="{08FBFD48-8111-4C26-A44A-4D296989A3E3}" type="parTrans" cxnId="{B2FB2745-1928-4759-BFE4-3427491BE871}">
      <dgm:prSet/>
      <dgm:spPr/>
      <dgm:t>
        <a:bodyPr/>
        <a:lstStyle/>
        <a:p>
          <a:endParaRPr lang="en-US"/>
        </a:p>
      </dgm:t>
    </dgm:pt>
    <dgm:pt modelId="{76C79504-6EAF-4764-8621-682C698EBCF4}" type="sibTrans" cxnId="{B2FB2745-1928-4759-BFE4-3427491BE871}">
      <dgm:prSet/>
      <dgm:spPr/>
      <dgm:t>
        <a:bodyPr/>
        <a:lstStyle/>
        <a:p>
          <a:endParaRPr lang="en-US"/>
        </a:p>
      </dgm:t>
    </dgm:pt>
    <dgm:pt modelId="{1F769A27-B2F1-45DB-B36A-EE24A75B9027}">
      <dgm:prSet/>
      <dgm:spPr/>
      <dgm:t>
        <a:bodyPr/>
        <a:lstStyle/>
        <a:p>
          <a:pPr>
            <a:lnSpc>
              <a:spcPct val="100000"/>
            </a:lnSpc>
          </a:pPr>
          <a:r>
            <a:rPr lang="en-US"/>
            <a:t>Declarative routing</a:t>
          </a:r>
        </a:p>
      </dgm:t>
    </dgm:pt>
    <dgm:pt modelId="{2F7C7EF9-2348-4A0D-8056-BC07D351EB4B}" type="parTrans" cxnId="{8EAA8804-BA6A-4ED4-A800-702AB056AF56}">
      <dgm:prSet/>
      <dgm:spPr/>
      <dgm:t>
        <a:bodyPr/>
        <a:lstStyle/>
        <a:p>
          <a:endParaRPr lang="en-US"/>
        </a:p>
      </dgm:t>
    </dgm:pt>
    <dgm:pt modelId="{DF2027F5-F559-4DCF-866D-6658CBF214BC}" type="sibTrans" cxnId="{8EAA8804-BA6A-4ED4-A800-702AB056AF56}">
      <dgm:prSet/>
      <dgm:spPr/>
      <dgm:t>
        <a:bodyPr/>
        <a:lstStyle/>
        <a:p>
          <a:endParaRPr lang="en-US"/>
        </a:p>
      </dgm:t>
    </dgm:pt>
    <dgm:pt modelId="{EF20EE2D-2380-4A3C-9F93-F3D00CEAA062}">
      <dgm:prSet/>
      <dgm:spPr/>
      <dgm:t>
        <a:bodyPr/>
        <a:lstStyle/>
        <a:p>
          <a:pPr>
            <a:lnSpc>
              <a:spcPct val="100000"/>
            </a:lnSpc>
          </a:pPr>
          <a:r>
            <a:rPr lang="en-US"/>
            <a:t>Code splitting</a:t>
          </a:r>
        </a:p>
      </dgm:t>
    </dgm:pt>
    <dgm:pt modelId="{18A6ABE8-7C9F-449C-879F-451AA0A09C8B}" type="parTrans" cxnId="{C3FBCA13-E184-4A70-B0E4-02500C1A8864}">
      <dgm:prSet/>
      <dgm:spPr/>
      <dgm:t>
        <a:bodyPr/>
        <a:lstStyle/>
        <a:p>
          <a:endParaRPr lang="en-US"/>
        </a:p>
      </dgm:t>
    </dgm:pt>
    <dgm:pt modelId="{E492C300-5467-4294-AA76-F090D4717105}" type="sibTrans" cxnId="{C3FBCA13-E184-4A70-B0E4-02500C1A8864}">
      <dgm:prSet/>
      <dgm:spPr/>
      <dgm:t>
        <a:bodyPr/>
        <a:lstStyle/>
        <a:p>
          <a:endParaRPr lang="en-US"/>
        </a:p>
      </dgm:t>
    </dgm:pt>
    <dgm:pt modelId="{7020E8BD-0255-4A98-9D4B-AD58A00B542F}" type="pres">
      <dgm:prSet presAssocID="{2FAA6864-5271-4DDC-83E1-D59FFD95DC5D}" presName="root" presStyleCnt="0">
        <dgm:presLayoutVars>
          <dgm:dir/>
          <dgm:resizeHandles val="exact"/>
        </dgm:presLayoutVars>
      </dgm:prSet>
      <dgm:spPr/>
    </dgm:pt>
    <dgm:pt modelId="{EF145D47-CF4D-4B25-BF95-5FB49C021CE3}" type="pres">
      <dgm:prSet presAssocID="{CBB2238E-AE6F-4BA5-B5A3-030AC9975920}" presName="compNode" presStyleCnt="0"/>
      <dgm:spPr/>
    </dgm:pt>
    <dgm:pt modelId="{6C5CCC62-4C1C-40A1-9F7C-D37A7B2EA04D}" type="pres">
      <dgm:prSet presAssocID="{CBB2238E-AE6F-4BA5-B5A3-030AC9975920}" presName="bgRect" presStyleLbl="bgShp" presStyleIdx="0" presStyleCnt="2"/>
      <dgm:spPr/>
    </dgm:pt>
    <dgm:pt modelId="{A2735294-57B4-4A45-A313-04268027CFBC}" type="pres">
      <dgm:prSet presAssocID="{CBB2238E-AE6F-4BA5-B5A3-030AC997592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3509EB2B-C158-4A49-B0FE-883642BD97CA}" type="pres">
      <dgm:prSet presAssocID="{CBB2238E-AE6F-4BA5-B5A3-030AC9975920}" presName="spaceRect" presStyleCnt="0"/>
      <dgm:spPr/>
    </dgm:pt>
    <dgm:pt modelId="{CA15CEAE-C5AC-4927-8BC0-23A82ACDEC36}" type="pres">
      <dgm:prSet presAssocID="{CBB2238E-AE6F-4BA5-B5A3-030AC9975920}" presName="parTx" presStyleLbl="revTx" presStyleIdx="0" presStyleCnt="4">
        <dgm:presLayoutVars>
          <dgm:chMax val="0"/>
          <dgm:chPref val="0"/>
        </dgm:presLayoutVars>
      </dgm:prSet>
      <dgm:spPr/>
    </dgm:pt>
    <dgm:pt modelId="{05810E99-7288-4EEA-A046-F5C414C43ADD}" type="pres">
      <dgm:prSet presAssocID="{CBB2238E-AE6F-4BA5-B5A3-030AC9975920}" presName="desTx" presStyleLbl="revTx" presStyleIdx="1" presStyleCnt="4">
        <dgm:presLayoutVars/>
      </dgm:prSet>
      <dgm:spPr/>
    </dgm:pt>
    <dgm:pt modelId="{3EFC856E-2FCD-42EF-849D-EC81713429C5}" type="pres">
      <dgm:prSet presAssocID="{3A0B6B27-C5C2-4FE0-BBA1-4B87FAD63E15}" presName="sibTrans" presStyleCnt="0"/>
      <dgm:spPr/>
    </dgm:pt>
    <dgm:pt modelId="{B2BFCAC1-6971-43A6-BD3B-F2C832591453}" type="pres">
      <dgm:prSet presAssocID="{5C0B7297-9EA5-4789-AAF8-7C9D19DDAB96}" presName="compNode" presStyleCnt="0"/>
      <dgm:spPr/>
    </dgm:pt>
    <dgm:pt modelId="{1DF39CF2-D3C1-46F6-8831-3816F6446724}" type="pres">
      <dgm:prSet presAssocID="{5C0B7297-9EA5-4789-AAF8-7C9D19DDAB96}" presName="bgRect" presStyleLbl="bgShp" presStyleIdx="1" presStyleCnt="2"/>
      <dgm:spPr/>
    </dgm:pt>
    <dgm:pt modelId="{D58127F5-BDE0-4A70-8FC1-2A16E32350D5}" type="pres">
      <dgm:prSet presAssocID="{5C0B7297-9EA5-4789-AAF8-7C9D19DDAB9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ransfer"/>
        </a:ext>
      </dgm:extLst>
    </dgm:pt>
    <dgm:pt modelId="{F11DF8A9-E4CB-494C-B6F9-BCB6DDA9C79E}" type="pres">
      <dgm:prSet presAssocID="{5C0B7297-9EA5-4789-AAF8-7C9D19DDAB96}" presName="spaceRect" presStyleCnt="0"/>
      <dgm:spPr/>
    </dgm:pt>
    <dgm:pt modelId="{BB877667-E0AD-4174-8F3A-C404727D3380}" type="pres">
      <dgm:prSet presAssocID="{5C0B7297-9EA5-4789-AAF8-7C9D19DDAB96}" presName="parTx" presStyleLbl="revTx" presStyleIdx="2" presStyleCnt="4">
        <dgm:presLayoutVars>
          <dgm:chMax val="0"/>
          <dgm:chPref val="0"/>
        </dgm:presLayoutVars>
      </dgm:prSet>
      <dgm:spPr/>
    </dgm:pt>
    <dgm:pt modelId="{E6F6FA37-1780-4429-8570-C85BF966A03C}" type="pres">
      <dgm:prSet presAssocID="{5C0B7297-9EA5-4789-AAF8-7C9D19DDAB96}" presName="desTx" presStyleLbl="revTx" presStyleIdx="3" presStyleCnt="4">
        <dgm:presLayoutVars/>
      </dgm:prSet>
      <dgm:spPr/>
    </dgm:pt>
  </dgm:ptLst>
  <dgm:cxnLst>
    <dgm:cxn modelId="{8EAA8804-BA6A-4ED4-A800-702AB056AF56}" srcId="{5C0B7297-9EA5-4789-AAF8-7C9D19DDAB96}" destId="{1F769A27-B2F1-45DB-B36A-EE24A75B9027}" srcOrd="1" destOrd="0" parTransId="{2F7C7EF9-2348-4A0D-8056-BC07D351EB4B}" sibTransId="{DF2027F5-F559-4DCF-866D-6658CBF214BC}"/>
    <dgm:cxn modelId="{E48DB808-592A-46EA-9291-B7EB8E8CF9C4}" type="presOf" srcId="{1F769A27-B2F1-45DB-B36A-EE24A75B9027}" destId="{E6F6FA37-1780-4429-8570-C85BF966A03C}" srcOrd="0" destOrd="1" presId="urn:microsoft.com/office/officeart/2018/2/layout/IconVerticalSolidList"/>
    <dgm:cxn modelId="{385E590B-02DF-4194-BD18-09ADDAD22A4B}" srcId="{2FAA6864-5271-4DDC-83E1-D59FFD95DC5D}" destId="{5C0B7297-9EA5-4789-AAF8-7C9D19DDAB96}" srcOrd="1" destOrd="0" parTransId="{83768FB2-780E-43E8-B0B2-FF9515E522FC}" sibTransId="{61537E0C-11E1-4A34-BB33-C716A6DEFDA9}"/>
    <dgm:cxn modelId="{C3FBCA13-E184-4A70-B0E4-02500C1A8864}" srcId="{5C0B7297-9EA5-4789-AAF8-7C9D19DDAB96}" destId="{EF20EE2D-2380-4A3C-9F93-F3D00CEAA062}" srcOrd="2" destOrd="0" parTransId="{18A6ABE8-7C9F-449C-879F-451AA0A09C8B}" sibTransId="{E492C300-5467-4294-AA76-F090D4717105}"/>
    <dgm:cxn modelId="{8622D11A-685E-49FC-98A1-7AD5B7DD544C}" type="presOf" srcId="{2FAA6864-5271-4DDC-83E1-D59FFD95DC5D}" destId="{7020E8BD-0255-4A98-9D4B-AD58A00B542F}" srcOrd="0" destOrd="0" presId="urn:microsoft.com/office/officeart/2018/2/layout/IconVerticalSolidList"/>
    <dgm:cxn modelId="{54F14843-5333-4091-B960-FC0C89F5BB52}" type="presOf" srcId="{6AE6FE61-9DCD-4849-B337-4E945D1B6746}" destId="{05810E99-7288-4EEA-A046-F5C414C43ADD}" srcOrd="0" destOrd="0" presId="urn:microsoft.com/office/officeart/2018/2/layout/IconVerticalSolidList"/>
    <dgm:cxn modelId="{B2FB2745-1928-4759-BFE4-3427491BE871}" srcId="{5C0B7297-9EA5-4789-AAF8-7C9D19DDAB96}" destId="{56B16BDF-7D6D-4191-96C5-385045BD14F0}" srcOrd="0" destOrd="0" parTransId="{08FBFD48-8111-4C26-A44A-4D296989A3E3}" sibTransId="{76C79504-6EAF-4764-8621-682C698EBCF4}"/>
    <dgm:cxn modelId="{C77FB87A-A630-4816-8E47-718C663B4753}" type="presOf" srcId="{EF20EE2D-2380-4A3C-9F93-F3D00CEAA062}" destId="{E6F6FA37-1780-4429-8570-C85BF966A03C}" srcOrd="0" destOrd="2" presId="urn:microsoft.com/office/officeart/2018/2/layout/IconVerticalSolidList"/>
    <dgm:cxn modelId="{909342AC-944D-4A0D-918F-CD6DE3A35A39}" type="presOf" srcId="{56B16BDF-7D6D-4191-96C5-385045BD14F0}" destId="{E6F6FA37-1780-4429-8570-C85BF966A03C}" srcOrd="0" destOrd="0" presId="urn:microsoft.com/office/officeart/2018/2/layout/IconVerticalSolidList"/>
    <dgm:cxn modelId="{20999FB6-1254-43AD-A980-D56AD97EBA60}" type="presOf" srcId="{5C0B7297-9EA5-4789-AAF8-7C9D19DDAB96}" destId="{BB877667-E0AD-4174-8F3A-C404727D3380}" srcOrd="0" destOrd="0" presId="urn:microsoft.com/office/officeart/2018/2/layout/IconVerticalSolidList"/>
    <dgm:cxn modelId="{AA66E4B7-E8FC-41D7-A803-FE7FE0E1605F}" type="presOf" srcId="{CBB2238E-AE6F-4BA5-B5A3-030AC9975920}" destId="{CA15CEAE-C5AC-4927-8BC0-23A82ACDEC36}" srcOrd="0" destOrd="0" presId="urn:microsoft.com/office/officeart/2018/2/layout/IconVerticalSolidList"/>
    <dgm:cxn modelId="{7FA598BD-83E6-49D5-9F10-A183E359B84F}" srcId="{2FAA6864-5271-4DDC-83E1-D59FFD95DC5D}" destId="{CBB2238E-AE6F-4BA5-B5A3-030AC9975920}" srcOrd="0" destOrd="0" parTransId="{0BFA2136-C2A9-4C4D-935E-0880A2322BF7}" sibTransId="{3A0B6B27-C5C2-4FE0-BBA1-4B87FAD63E15}"/>
    <dgm:cxn modelId="{27A40BEC-00B0-4959-B161-1D145BC81BB7}" srcId="{CBB2238E-AE6F-4BA5-B5A3-030AC9975920}" destId="{6AE6FE61-9DCD-4849-B337-4E945D1B6746}" srcOrd="0" destOrd="0" parTransId="{0FCAC213-0394-4BA6-9272-8A0905AC0885}" sibTransId="{D2612681-FCE7-4056-8624-9ED9AD30E123}"/>
    <dgm:cxn modelId="{66EE81BF-C491-4E5F-B06E-223A09751E7D}" type="presParOf" srcId="{7020E8BD-0255-4A98-9D4B-AD58A00B542F}" destId="{EF145D47-CF4D-4B25-BF95-5FB49C021CE3}" srcOrd="0" destOrd="0" presId="urn:microsoft.com/office/officeart/2018/2/layout/IconVerticalSolidList"/>
    <dgm:cxn modelId="{E1032FA3-B332-4D7E-9C19-686ED2BF0EEA}" type="presParOf" srcId="{EF145D47-CF4D-4B25-BF95-5FB49C021CE3}" destId="{6C5CCC62-4C1C-40A1-9F7C-D37A7B2EA04D}" srcOrd="0" destOrd="0" presId="urn:microsoft.com/office/officeart/2018/2/layout/IconVerticalSolidList"/>
    <dgm:cxn modelId="{48765ABB-872A-44D0-BEB0-732BEBEFDAC7}" type="presParOf" srcId="{EF145D47-CF4D-4B25-BF95-5FB49C021CE3}" destId="{A2735294-57B4-4A45-A313-04268027CFBC}" srcOrd="1" destOrd="0" presId="urn:microsoft.com/office/officeart/2018/2/layout/IconVerticalSolidList"/>
    <dgm:cxn modelId="{0ED7F993-F528-4F8E-B79C-A8B8D57DD96A}" type="presParOf" srcId="{EF145D47-CF4D-4B25-BF95-5FB49C021CE3}" destId="{3509EB2B-C158-4A49-B0FE-883642BD97CA}" srcOrd="2" destOrd="0" presId="urn:microsoft.com/office/officeart/2018/2/layout/IconVerticalSolidList"/>
    <dgm:cxn modelId="{346010F9-81CA-4703-8E65-75B528D34AD5}" type="presParOf" srcId="{EF145D47-CF4D-4B25-BF95-5FB49C021CE3}" destId="{CA15CEAE-C5AC-4927-8BC0-23A82ACDEC36}" srcOrd="3" destOrd="0" presId="urn:microsoft.com/office/officeart/2018/2/layout/IconVerticalSolidList"/>
    <dgm:cxn modelId="{201B549B-E552-47FA-864A-F2417C2C19A9}" type="presParOf" srcId="{EF145D47-CF4D-4B25-BF95-5FB49C021CE3}" destId="{05810E99-7288-4EEA-A046-F5C414C43ADD}" srcOrd="4" destOrd="0" presId="urn:microsoft.com/office/officeart/2018/2/layout/IconVerticalSolidList"/>
    <dgm:cxn modelId="{FF9CCFB4-5946-45C4-9792-D2BCE2214329}" type="presParOf" srcId="{7020E8BD-0255-4A98-9D4B-AD58A00B542F}" destId="{3EFC856E-2FCD-42EF-849D-EC81713429C5}" srcOrd="1" destOrd="0" presId="urn:microsoft.com/office/officeart/2018/2/layout/IconVerticalSolidList"/>
    <dgm:cxn modelId="{7E81B2FB-9B96-40EF-ADA8-E94D8A4B6926}" type="presParOf" srcId="{7020E8BD-0255-4A98-9D4B-AD58A00B542F}" destId="{B2BFCAC1-6971-43A6-BD3B-F2C832591453}" srcOrd="2" destOrd="0" presId="urn:microsoft.com/office/officeart/2018/2/layout/IconVerticalSolidList"/>
    <dgm:cxn modelId="{71697A6F-E832-4432-AE50-2C7259CE4DCF}" type="presParOf" srcId="{B2BFCAC1-6971-43A6-BD3B-F2C832591453}" destId="{1DF39CF2-D3C1-46F6-8831-3816F6446724}" srcOrd="0" destOrd="0" presId="urn:microsoft.com/office/officeart/2018/2/layout/IconVerticalSolidList"/>
    <dgm:cxn modelId="{74F67687-F759-46FA-BBCC-B77582F22311}" type="presParOf" srcId="{B2BFCAC1-6971-43A6-BD3B-F2C832591453}" destId="{D58127F5-BDE0-4A70-8FC1-2A16E32350D5}" srcOrd="1" destOrd="0" presId="urn:microsoft.com/office/officeart/2018/2/layout/IconVerticalSolidList"/>
    <dgm:cxn modelId="{A6FE5DE1-8F9C-4A1F-BCEE-6DBAEE38984C}" type="presParOf" srcId="{B2BFCAC1-6971-43A6-BD3B-F2C832591453}" destId="{F11DF8A9-E4CB-494C-B6F9-BCB6DDA9C79E}" srcOrd="2" destOrd="0" presId="urn:microsoft.com/office/officeart/2018/2/layout/IconVerticalSolidList"/>
    <dgm:cxn modelId="{823B35A7-BDC2-4DED-A60C-787EF6825E90}" type="presParOf" srcId="{B2BFCAC1-6971-43A6-BD3B-F2C832591453}" destId="{BB877667-E0AD-4174-8F3A-C404727D3380}" srcOrd="3" destOrd="0" presId="urn:microsoft.com/office/officeart/2018/2/layout/IconVerticalSolidList"/>
    <dgm:cxn modelId="{D2F5161D-8FCA-45EA-B836-9160EB9CAE21}" type="presParOf" srcId="{B2BFCAC1-6971-43A6-BD3B-F2C832591453}" destId="{E6F6FA37-1780-4429-8570-C85BF966A03C}"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366B087-0B0E-421C-B9EC-E00EFCF5578D}"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BF3753A2-A405-40D2-AC61-2683291CC949}">
      <dgm:prSet/>
      <dgm:spPr/>
      <dgm:t>
        <a:bodyPr/>
        <a:lstStyle/>
        <a:p>
          <a:r>
            <a:rPr lang="en-US"/>
            <a:t>useHistory</a:t>
          </a:r>
        </a:p>
      </dgm:t>
    </dgm:pt>
    <dgm:pt modelId="{28120475-86B6-4986-9692-1F41BC111DC0}" type="parTrans" cxnId="{CB2BC542-04D8-4A68-91CA-81F1F5B3974F}">
      <dgm:prSet/>
      <dgm:spPr/>
      <dgm:t>
        <a:bodyPr/>
        <a:lstStyle/>
        <a:p>
          <a:endParaRPr lang="en-US"/>
        </a:p>
      </dgm:t>
    </dgm:pt>
    <dgm:pt modelId="{F9EA6D4B-C4C4-41F2-9B24-A6166125D983}" type="sibTrans" cxnId="{CB2BC542-04D8-4A68-91CA-81F1F5B3974F}">
      <dgm:prSet/>
      <dgm:spPr/>
      <dgm:t>
        <a:bodyPr/>
        <a:lstStyle/>
        <a:p>
          <a:endParaRPr lang="en-US"/>
        </a:p>
      </dgm:t>
    </dgm:pt>
    <dgm:pt modelId="{8F3FA566-BE4E-4D19-8ACC-58BD0631C641}">
      <dgm:prSet/>
      <dgm:spPr/>
      <dgm:t>
        <a:bodyPr/>
        <a:lstStyle/>
        <a:p>
          <a:r>
            <a:rPr lang="en-US"/>
            <a:t>provides access to the history object</a:t>
          </a:r>
        </a:p>
      </dgm:t>
    </dgm:pt>
    <dgm:pt modelId="{4E450A7E-6341-401A-B150-7B12052D4256}" type="parTrans" cxnId="{963AC04E-919F-4E87-9F1F-95BAD29FA019}">
      <dgm:prSet/>
      <dgm:spPr/>
      <dgm:t>
        <a:bodyPr/>
        <a:lstStyle/>
        <a:p>
          <a:endParaRPr lang="en-US"/>
        </a:p>
      </dgm:t>
    </dgm:pt>
    <dgm:pt modelId="{DBAD85B4-ABC7-402A-891D-201F9999DAF0}" type="sibTrans" cxnId="{963AC04E-919F-4E87-9F1F-95BAD29FA019}">
      <dgm:prSet/>
      <dgm:spPr/>
      <dgm:t>
        <a:bodyPr/>
        <a:lstStyle/>
        <a:p>
          <a:endParaRPr lang="en-US"/>
        </a:p>
      </dgm:t>
    </dgm:pt>
    <dgm:pt modelId="{46015C4B-B2AE-43DF-8B98-EC5CE2FBEB3C}">
      <dgm:prSet/>
      <dgm:spPr/>
      <dgm:t>
        <a:bodyPr/>
        <a:lstStyle/>
        <a:p>
          <a:r>
            <a:rPr lang="en-US"/>
            <a:t>push(path)</a:t>
          </a:r>
        </a:p>
      </dgm:t>
    </dgm:pt>
    <dgm:pt modelId="{6258864B-D52B-4602-835C-783F595CB504}" type="parTrans" cxnId="{8952D4D6-52B5-4777-BAE5-EC39FF1EA6D7}">
      <dgm:prSet/>
      <dgm:spPr/>
      <dgm:t>
        <a:bodyPr/>
        <a:lstStyle/>
        <a:p>
          <a:endParaRPr lang="en-US"/>
        </a:p>
      </dgm:t>
    </dgm:pt>
    <dgm:pt modelId="{E6E5B73B-AC95-416F-9D1E-1ABA2792F862}" type="sibTrans" cxnId="{8952D4D6-52B5-4777-BAE5-EC39FF1EA6D7}">
      <dgm:prSet/>
      <dgm:spPr/>
      <dgm:t>
        <a:bodyPr/>
        <a:lstStyle/>
        <a:p>
          <a:endParaRPr lang="en-US"/>
        </a:p>
      </dgm:t>
    </dgm:pt>
    <dgm:pt modelId="{4AB6F5C7-CD46-47DC-BA8E-8FD0F8D42BA3}">
      <dgm:prSet/>
      <dgm:spPr/>
      <dgm:t>
        <a:bodyPr/>
        <a:lstStyle/>
        <a:p>
          <a:r>
            <a:rPr lang="en-US"/>
            <a:t>replace(path)</a:t>
          </a:r>
        </a:p>
      </dgm:t>
    </dgm:pt>
    <dgm:pt modelId="{30248DCF-472A-4C50-9083-597CEBC4E447}" type="parTrans" cxnId="{750AC92F-EE15-48C1-9EF7-6E654D17EC73}">
      <dgm:prSet/>
      <dgm:spPr/>
      <dgm:t>
        <a:bodyPr/>
        <a:lstStyle/>
        <a:p>
          <a:endParaRPr lang="en-US"/>
        </a:p>
      </dgm:t>
    </dgm:pt>
    <dgm:pt modelId="{80AA394F-541C-496B-A6F9-266C75292CFB}" type="sibTrans" cxnId="{750AC92F-EE15-48C1-9EF7-6E654D17EC73}">
      <dgm:prSet/>
      <dgm:spPr/>
      <dgm:t>
        <a:bodyPr/>
        <a:lstStyle/>
        <a:p>
          <a:endParaRPr lang="en-US"/>
        </a:p>
      </dgm:t>
    </dgm:pt>
    <dgm:pt modelId="{65F50A19-23F4-4344-A654-1BB43CF65C20}">
      <dgm:prSet/>
      <dgm:spPr/>
      <dgm:t>
        <a:bodyPr/>
        <a:lstStyle/>
        <a:p>
          <a:r>
            <a:rPr lang="en-US"/>
            <a:t>useParams</a:t>
          </a:r>
        </a:p>
      </dgm:t>
    </dgm:pt>
    <dgm:pt modelId="{98B40283-5271-449C-A6EC-E5F1A08B9EF1}" type="parTrans" cxnId="{841B881E-6F7F-4360-A0B9-DD081D66BA21}">
      <dgm:prSet/>
      <dgm:spPr/>
      <dgm:t>
        <a:bodyPr/>
        <a:lstStyle/>
        <a:p>
          <a:endParaRPr lang="en-US"/>
        </a:p>
      </dgm:t>
    </dgm:pt>
    <dgm:pt modelId="{4CFDE2A6-7567-4740-945B-DAF83C0F7935}" type="sibTrans" cxnId="{841B881E-6F7F-4360-A0B9-DD081D66BA21}">
      <dgm:prSet/>
      <dgm:spPr/>
      <dgm:t>
        <a:bodyPr/>
        <a:lstStyle/>
        <a:p>
          <a:endParaRPr lang="en-US"/>
        </a:p>
      </dgm:t>
    </dgm:pt>
    <dgm:pt modelId="{97CFB93B-FE4F-4E46-84CB-CD30AF799F0A}">
      <dgm:prSet/>
      <dgm:spPr/>
      <dgm:t>
        <a:bodyPr/>
        <a:lstStyle/>
        <a:p>
          <a:r>
            <a:rPr lang="en-US"/>
            <a:t>const {userId} = useParams();</a:t>
          </a:r>
        </a:p>
      </dgm:t>
    </dgm:pt>
    <dgm:pt modelId="{01A4F6C3-963A-49AA-9F44-FE241EB35091}" type="parTrans" cxnId="{92A27FDF-47FE-4002-95F8-6680473C6B85}">
      <dgm:prSet/>
      <dgm:spPr/>
      <dgm:t>
        <a:bodyPr/>
        <a:lstStyle/>
        <a:p>
          <a:endParaRPr lang="en-US"/>
        </a:p>
      </dgm:t>
    </dgm:pt>
    <dgm:pt modelId="{08E1E142-0CD6-4E54-A5D8-B01B9DFADF20}" type="sibTrans" cxnId="{92A27FDF-47FE-4002-95F8-6680473C6B85}">
      <dgm:prSet/>
      <dgm:spPr/>
      <dgm:t>
        <a:bodyPr/>
        <a:lstStyle/>
        <a:p>
          <a:endParaRPr lang="en-US"/>
        </a:p>
      </dgm:t>
    </dgm:pt>
    <dgm:pt modelId="{3694E6C5-7ADA-49A8-88FF-5537D155C75A}">
      <dgm:prSet/>
      <dgm:spPr/>
      <dgm:t>
        <a:bodyPr/>
        <a:lstStyle/>
        <a:p>
          <a:r>
            <a:rPr lang="en-US"/>
            <a:t>useLocation</a:t>
          </a:r>
        </a:p>
      </dgm:t>
    </dgm:pt>
    <dgm:pt modelId="{BA4E3CFB-3EBD-4CF4-BFCB-AA4C9B80CA37}" type="parTrans" cxnId="{83B726C3-AAE3-404A-9A9F-F32E7852DDB4}">
      <dgm:prSet/>
      <dgm:spPr/>
      <dgm:t>
        <a:bodyPr/>
        <a:lstStyle/>
        <a:p>
          <a:endParaRPr lang="en-US"/>
        </a:p>
      </dgm:t>
    </dgm:pt>
    <dgm:pt modelId="{52A4E378-7D3A-40D5-9021-3A38A4541ECE}" type="sibTrans" cxnId="{83B726C3-AAE3-404A-9A9F-F32E7852DDB4}">
      <dgm:prSet/>
      <dgm:spPr/>
      <dgm:t>
        <a:bodyPr/>
        <a:lstStyle/>
        <a:p>
          <a:endParaRPr lang="en-US"/>
        </a:p>
      </dgm:t>
    </dgm:pt>
    <dgm:pt modelId="{A15D69CA-17ED-4A73-A2F5-B90939B0966B}">
      <dgm:prSet/>
      <dgm:spPr/>
      <dgm:t>
        <a:bodyPr/>
        <a:lstStyle/>
        <a:p>
          <a:r>
            <a:rPr lang="en-US"/>
            <a:t>Provides access to the location object</a:t>
          </a:r>
        </a:p>
      </dgm:t>
    </dgm:pt>
    <dgm:pt modelId="{3717887C-0376-4C1B-A2FC-69CDB793A38C}" type="parTrans" cxnId="{0E275FA7-9847-41CE-A840-0A4E0475C457}">
      <dgm:prSet/>
      <dgm:spPr/>
      <dgm:t>
        <a:bodyPr/>
        <a:lstStyle/>
        <a:p>
          <a:endParaRPr lang="en-US"/>
        </a:p>
      </dgm:t>
    </dgm:pt>
    <dgm:pt modelId="{6827078E-034F-4004-B4AB-740E58DF93A7}" type="sibTrans" cxnId="{0E275FA7-9847-41CE-A840-0A4E0475C457}">
      <dgm:prSet/>
      <dgm:spPr/>
      <dgm:t>
        <a:bodyPr/>
        <a:lstStyle/>
        <a:p>
          <a:endParaRPr lang="en-US"/>
        </a:p>
      </dgm:t>
    </dgm:pt>
    <dgm:pt modelId="{6F45AE6F-A170-4929-963C-95B348446486}">
      <dgm:prSet/>
      <dgm:spPr/>
      <dgm:t>
        <a:bodyPr/>
        <a:lstStyle/>
        <a:p>
          <a:r>
            <a:rPr lang="en-US"/>
            <a:t>const location = useLocation();</a:t>
          </a:r>
        </a:p>
      </dgm:t>
    </dgm:pt>
    <dgm:pt modelId="{F86C60C3-1AED-4D62-86DB-37654253BB0B}" type="parTrans" cxnId="{55AF96EB-DF6D-41FE-8F31-2121425E3B33}">
      <dgm:prSet/>
      <dgm:spPr/>
      <dgm:t>
        <a:bodyPr/>
        <a:lstStyle/>
        <a:p>
          <a:endParaRPr lang="en-US"/>
        </a:p>
      </dgm:t>
    </dgm:pt>
    <dgm:pt modelId="{38E25329-AC74-4521-993C-BEAA49FF868B}" type="sibTrans" cxnId="{55AF96EB-DF6D-41FE-8F31-2121425E3B33}">
      <dgm:prSet/>
      <dgm:spPr/>
      <dgm:t>
        <a:bodyPr/>
        <a:lstStyle/>
        <a:p>
          <a:endParaRPr lang="en-US"/>
        </a:p>
      </dgm:t>
    </dgm:pt>
    <dgm:pt modelId="{93825193-C062-47DB-8638-481CAE069996}">
      <dgm:prSet/>
      <dgm:spPr/>
      <dgm:t>
        <a:bodyPr/>
        <a:lstStyle/>
        <a:p>
          <a:r>
            <a:rPr lang="en-US"/>
            <a:t>return &lt;div&gt;Current path: {location.pathname}&lt;/div&gt;;</a:t>
          </a:r>
        </a:p>
      </dgm:t>
    </dgm:pt>
    <dgm:pt modelId="{A167D222-8208-493A-8DB6-8889099C6CA8}" type="parTrans" cxnId="{03E29D4B-22CC-4E15-BD89-D95CAA44D3A5}">
      <dgm:prSet/>
      <dgm:spPr/>
      <dgm:t>
        <a:bodyPr/>
        <a:lstStyle/>
        <a:p>
          <a:endParaRPr lang="en-US"/>
        </a:p>
      </dgm:t>
    </dgm:pt>
    <dgm:pt modelId="{6844A1F5-C907-46D7-8A83-5920391724E4}" type="sibTrans" cxnId="{03E29D4B-22CC-4E15-BD89-D95CAA44D3A5}">
      <dgm:prSet/>
      <dgm:spPr/>
      <dgm:t>
        <a:bodyPr/>
        <a:lstStyle/>
        <a:p>
          <a:endParaRPr lang="en-US"/>
        </a:p>
      </dgm:t>
    </dgm:pt>
    <dgm:pt modelId="{A60694E1-FBD2-0F4C-B317-F69E24F66883}" type="pres">
      <dgm:prSet presAssocID="{C366B087-0B0E-421C-B9EC-E00EFCF5578D}" presName="Name0" presStyleCnt="0">
        <dgm:presLayoutVars>
          <dgm:dir/>
          <dgm:animLvl val="lvl"/>
          <dgm:resizeHandles val="exact"/>
        </dgm:presLayoutVars>
      </dgm:prSet>
      <dgm:spPr/>
    </dgm:pt>
    <dgm:pt modelId="{3721F4EA-9E15-544C-85F0-8B495DD6DC13}" type="pres">
      <dgm:prSet presAssocID="{BF3753A2-A405-40D2-AC61-2683291CC949}" presName="linNode" presStyleCnt="0"/>
      <dgm:spPr/>
    </dgm:pt>
    <dgm:pt modelId="{748E62B4-D81D-684B-9A72-3DB15FC1CE71}" type="pres">
      <dgm:prSet presAssocID="{BF3753A2-A405-40D2-AC61-2683291CC949}" presName="parentText" presStyleLbl="node1" presStyleIdx="0" presStyleCnt="3">
        <dgm:presLayoutVars>
          <dgm:chMax val="1"/>
          <dgm:bulletEnabled val="1"/>
        </dgm:presLayoutVars>
      </dgm:prSet>
      <dgm:spPr/>
    </dgm:pt>
    <dgm:pt modelId="{277F6849-00F7-9249-B392-B4E1ACBF8117}" type="pres">
      <dgm:prSet presAssocID="{BF3753A2-A405-40D2-AC61-2683291CC949}" presName="descendantText" presStyleLbl="alignAccFollowNode1" presStyleIdx="0" presStyleCnt="3">
        <dgm:presLayoutVars>
          <dgm:bulletEnabled val="1"/>
        </dgm:presLayoutVars>
      </dgm:prSet>
      <dgm:spPr/>
    </dgm:pt>
    <dgm:pt modelId="{C0AF7844-7846-D244-958B-CBD982A556B8}" type="pres">
      <dgm:prSet presAssocID="{F9EA6D4B-C4C4-41F2-9B24-A6166125D983}" presName="sp" presStyleCnt="0"/>
      <dgm:spPr/>
    </dgm:pt>
    <dgm:pt modelId="{3BED58C1-114B-8149-88AA-9D97A98120FD}" type="pres">
      <dgm:prSet presAssocID="{65F50A19-23F4-4344-A654-1BB43CF65C20}" presName="linNode" presStyleCnt="0"/>
      <dgm:spPr/>
    </dgm:pt>
    <dgm:pt modelId="{AD425A5F-6CA2-7945-86DF-D7CC7FAFDEA9}" type="pres">
      <dgm:prSet presAssocID="{65F50A19-23F4-4344-A654-1BB43CF65C20}" presName="parentText" presStyleLbl="node1" presStyleIdx="1" presStyleCnt="3">
        <dgm:presLayoutVars>
          <dgm:chMax val="1"/>
          <dgm:bulletEnabled val="1"/>
        </dgm:presLayoutVars>
      </dgm:prSet>
      <dgm:spPr/>
    </dgm:pt>
    <dgm:pt modelId="{0BDE7F5E-FD58-FA4E-BF10-EEE2FDF705E2}" type="pres">
      <dgm:prSet presAssocID="{65F50A19-23F4-4344-A654-1BB43CF65C20}" presName="descendantText" presStyleLbl="alignAccFollowNode1" presStyleIdx="1" presStyleCnt="3">
        <dgm:presLayoutVars>
          <dgm:bulletEnabled val="1"/>
        </dgm:presLayoutVars>
      </dgm:prSet>
      <dgm:spPr/>
    </dgm:pt>
    <dgm:pt modelId="{ED81788B-5005-0045-A4E5-0336F7ED6895}" type="pres">
      <dgm:prSet presAssocID="{4CFDE2A6-7567-4740-945B-DAF83C0F7935}" presName="sp" presStyleCnt="0"/>
      <dgm:spPr/>
    </dgm:pt>
    <dgm:pt modelId="{80F0824F-2539-9248-9106-15C31EA6FD56}" type="pres">
      <dgm:prSet presAssocID="{3694E6C5-7ADA-49A8-88FF-5537D155C75A}" presName="linNode" presStyleCnt="0"/>
      <dgm:spPr/>
    </dgm:pt>
    <dgm:pt modelId="{5DB8CFAB-4B8B-8F4D-B199-9CB2FDB9A861}" type="pres">
      <dgm:prSet presAssocID="{3694E6C5-7ADA-49A8-88FF-5537D155C75A}" presName="parentText" presStyleLbl="node1" presStyleIdx="2" presStyleCnt="3">
        <dgm:presLayoutVars>
          <dgm:chMax val="1"/>
          <dgm:bulletEnabled val="1"/>
        </dgm:presLayoutVars>
      </dgm:prSet>
      <dgm:spPr/>
    </dgm:pt>
    <dgm:pt modelId="{4B2CE7F6-D60F-5C41-9A17-A3935B7F4F15}" type="pres">
      <dgm:prSet presAssocID="{3694E6C5-7ADA-49A8-88FF-5537D155C75A}" presName="descendantText" presStyleLbl="alignAccFollowNode1" presStyleIdx="2" presStyleCnt="3">
        <dgm:presLayoutVars>
          <dgm:bulletEnabled val="1"/>
        </dgm:presLayoutVars>
      </dgm:prSet>
      <dgm:spPr/>
    </dgm:pt>
  </dgm:ptLst>
  <dgm:cxnLst>
    <dgm:cxn modelId="{83D74115-B53A-D248-B660-F04BBEF771F6}" type="presOf" srcId="{BF3753A2-A405-40D2-AC61-2683291CC949}" destId="{748E62B4-D81D-684B-9A72-3DB15FC1CE71}" srcOrd="0" destOrd="0" presId="urn:microsoft.com/office/officeart/2005/8/layout/vList5"/>
    <dgm:cxn modelId="{B8C09F1C-82B1-144C-A474-42AA78A9F84C}" type="presOf" srcId="{6F45AE6F-A170-4929-963C-95B348446486}" destId="{4B2CE7F6-D60F-5C41-9A17-A3935B7F4F15}" srcOrd="0" destOrd="1" presId="urn:microsoft.com/office/officeart/2005/8/layout/vList5"/>
    <dgm:cxn modelId="{841B881E-6F7F-4360-A0B9-DD081D66BA21}" srcId="{C366B087-0B0E-421C-B9EC-E00EFCF5578D}" destId="{65F50A19-23F4-4344-A654-1BB43CF65C20}" srcOrd="1" destOrd="0" parTransId="{98B40283-5271-449C-A6EC-E5F1A08B9EF1}" sibTransId="{4CFDE2A6-7567-4740-945B-DAF83C0F7935}"/>
    <dgm:cxn modelId="{CF9E022B-6A2A-3549-96EE-16B17F52A3B9}" type="presOf" srcId="{97CFB93B-FE4F-4E46-84CB-CD30AF799F0A}" destId="{0BDE7F5E-FD58-FA4E-BF10-EEE2FDF705E2}" srcOrd="0" destOrd="0" presId="urn:microsoft.com/office/officeart/2005/8/layout/vList5"/>
    <dgm:cxn modelId="{955E632C-C946-F14D-B9D2-DF235D52DFCF}" type="presOf" srcId="{65F50A19-23F4-4344-A654-1BB43CF65C20}" destId="{AD425A5F-6CA2-7945-86DF-D7CC7FAFDEA9}" srcOrd="0" destOrd="0" presId="urn:microsoft.com/office/officeart/2005/8/layout/vList5"/>
    <dgm:cxn modelId="{750AC92F-EE15-48C1-9EF7-6E654D17EC73}" srcId="{BF3753A2-A405-40D2-AC61-2683291CC949}" destId="{4AB6F5C7-CD46-47DC-BA8E-8FD0F8D42BA3}" srcOrd="2" destOrd="0" parTransId="{30248DCF-472A-4C50-9083-597CEBC4E447}" sibTransId="{80AA394F-541C-496B-A6F9-266C75292CFB}"/>
    <dgm:cxn modelId="{CB2BC542-04D8-4A68-91CA-81F1F5B3974F}" srcId="{C366B087-0B0E-421C-B9EC-E00EFCF5578D}" destId="{BF3753A2-A405-40D2-AC61-2683291CC949}" srcOrd="0" destOrd="0" parTransId="{28120475-86B6-4986-9692-1F41BC111DC0}" sibTransId="{F9EA6D4B-C4C4-41F2-9B24-A6166125D983}"/>
    <dgm:cxn modelId="{03E29D4B-22CC-4E15-BD89-D95CAA44D3A5}" srcId="{3694E6C5-7ADA-49A8-88FF-5537D155C75A}" destId="{93825193-C062-47DB-8638-481CAE069996}" srcOrd="2" destOrd="0" parTransId="{A167D222-8208-493A-8DB6-8889099C6CA8}" sibTransId="{6844A1F5-C907-46D7-8A83-5920391724E4}"/>
    <dgm:cxn modelId="{963AC04E-919F-4E87-9F1F-95BAD29FA019}" srcId="{BF3753A2-A405-40D2-AC61-2683291CC949}" destId="{8F3FA566-BE4E-4D19-8ACC-58BD0631C641}" srcOrd="0" destOrd="0" parTransId="{4E450A7E-6341-401A-B150-7B12052D4256}" sibTransId="{DBAD85B4-ABC7-402A-891D-201F9999DAF0}"/>
    <dgm:cxn modelId="{883B7E74-6C28-994F-ADD9-C3110F3A9FAA}" type="presOf" srcId="{93825193-C062-47DB-8638-481CAE069996}" destId="{4B2CE7F6-D60F-5C41-9A17-A3935B7F4F15}" srcOrd="0" destOrd="2" presId="urn:microsoft.com/office/officeart/2005/8/layout/vList5"/>
    <dgm:cxn modelId="{E4EF8098-D553-2F4A-B45F-328A4E133194}" type="presOf" srcId="{A15D69CA-17ED-4A73-A2F5-B90939B0966B}" destId="{4B2CE7F6-D60F-5C41-9A17-A3935B7F4F15}" srcOrd="0" destOrd="0" presId="urn:microsoft.com/office/officeart/2005/8/layout/vList5"/>
    <dgm:cxn modelId="{7284419D-A97A-7947-BD4C-6CF912657832}" type="presOf" srcId="{46015C4B-B2AE-43DF-8B98-EC5CE2FBEB3C}" destId="{277F6849-00F7-9249-B392-B4E1ACBF8117}" srcOrd="0" destOrd="1" presId="urn:microsoft.com/office/officeart/2005/8/layout/vList5"/>
    <dgm:cxn modelId="{0E275FA7-9847-41CE-A840-0A4E0475C457}" srcId="{3694E6C5-7ADA-49A8-88FF-5537D155C75A}" destId="{A15D69CA-17ED-4A73-A2F5-B90939B0966B}" srcOrd="0" destOrd="0" parTransId="{3717887C-0376-4C1B-A2FC-69CDB793A38C}" sibTransId="{6827078E-034F-4004-B4AB-740E58DF93A7}"/>
    <dgm:cxn modelId="{A51E28B6-A60D-E049-997A-CFB75088E114}" type="presOf" srcId="{C366B087-0B0E-421C-B9EC-E00EFCF5578D}" destId="{A60694E1-FBD2-0F4C-B317-F69E24F66883}" srcOrd="0" destOrd="0" presId="urn:microsoft.com/office/officeart/2005/8/layout/vList5"/>
    <dgm:cxn modelId="{065CC4B9-7922-654E-90B1-F75EBFA52C64}" type="presOf" srcId="{4AB6F5C7-CD46-47DC-BA8E-8FD0F8D42BA3}" destId="{277F6849-00F7-9249-B392-B4E1ACBF8117}" srcOrd="0" destOrd="2" presId="urn:microsoft.com/office/officeart/2005/8/layout/vList5"/>
    <dgm:cxn modelId="{83B726C3-AAE3-404A-9A9F-F32E7852DDB4}" srcId="{C366B087-0B0E-421C-B9EC-E00EFCF5578D}" destId="{3694E6C5-7ADA-49A8-88FF-5537D155C75A}" srcOrd="2" destOrd="0" parTransId="{BA4E3CFB-3EBD-4CF4-BFCB-AA4C9B80CA37}" sibTransId="{52A4E378-7D3A-40D5-9021-3A38A4541ECE}"/>
    <dgm:cxn modelId="{ADFAA9CB-BE83-F64C-B771-993241F8D898}" type="presOf" srcId="{3694E6C5-7ADA-49A8-88FF-5537D155C75A}" destId="{5DB8CFAB-4B8B-8F4D-B199-9CB2FDB9A861}" srcOrd="0" destOrd="0" presId="urn:microsoft.com/office/officeart/2005/8/layout/vList5"/>
    <dgm:cxn modelId="{8952D4D6-52B5-4777-BAE5-EC39FF1EA6D7}" srcId="{BF3753A2-A405-40D2-AC61-2683291CC949}" destId="{46015C4B-B2AE-43DF-8B98-EC5CE2FBEB3C}" srcOrd="1" destOrd="0" parTransId="{6258864B-D52B-4602-835C-783F595CB504}" sibTransId="{E6E5B73B-AC95-416F-9D1E-1ABA2792F862}"/>
    <dgm:cxn modelId="{92A27FDF-47FE-4002-95F8-6680473C6B85}" srcId="{65F50A19-23F4-4344-A654-1BB43CF65C20}" destId="{97CFB93B-FE4F-4E46-84CB-CD30AF799F0A}" srcOrd="0" destOrd="0" parTransId="{01A4F6C3-963A-49AA-9F44-FE241EB35091}" sibTransId="{08E1E142-0CD6-4E54-A5D8-B01B9DFADF20}"/>
    <dgm:cxn modelId="{A6485FE3-99BB-5F47-8279-898A86732319}" type="presOf" srcId="{8F3FA566-BE4E-4D19-8ACC-58BD0631C641}" destId="{277F6849-00F7-9249-B392-B4E1ACBF8117}" srcOrd="0" destOrd="0" presId="urn:microsoft.com/office/officeart/2005/8/layout/vList5"/>
    <dgm:cxn modelId="{55AF96EB-DF6D-41FE-8F31-2121425E3B33}" srcId="{3694E6C5-7ADA-49A8-88FF-5537D155C75A}" destId="{6F45AE6F-A170-4929-963C-95B348446486}" srcOrd="1" destOrd="0" parTransId="{F86C60C3-1AED-4D62-86DB-37654253BB0B}" sibTransId="{38E25329-AC74-4521-993C-BEAA49FF868B}"/>
    <dgm:cxn modelId="{AC4BD342-8B21-5844-99C1-74A37EF50F7D}" type="presParOf" srcId="{A60694E1-FBD2-0F4C-B317-F69E24F66883}" destId="{3721F4EA-9E15-544C-85F0-8B495DD6DC13}" srcOrd="0" destOrd="0" presId="urn:microsoft.com/office/officeart/2005/8/layout/vList5"/>
    <dgm:cxn modelId="{F112ADF8-61FD-234F-812B-C61AF2F67715}" type="presParOf" srcId="{3721F4EA-9E15-544C-85F0-8B495DD6DC13}" destId="{748E62B4-D81D-684B-9A72-3DB15FC1CE71}" srcOrd="0" destOrd="0" presId="urn:microsoft.com/office/officeart/2005/8/layout/vList5"/>
    <dgm:cxn modelId="{8E8BBB0F-CEFF-204F-A21C-D8FE4484BED0}" type="presParOf" srcId="{3721F4EA-9E15-544C-85F0-8B495DD6DC13}" destId="{277F6849-00F7-9249-B392-B4E1ACBF8117}" srcOrd="1" destOrd="0" presId="urn:microsoft.com/office/officeart/2005/8/layout/vList5"/>
    <dgm:cxn modelId="{7EA16D97-3C82-9443-AE5C-8F48691A7B7A}" type="presParOf" srcId="{A60694E1-FBD2-0F4C-B317-F69E24F66883}" destId="{C0AF7844-7846-D244-958B-CBD982A556B8}" srcOrd="1" destOrd="0" presId="urn:microsoft.com/office/officeart/2005/8/layout/vList5"/>
    <dgm:cxn modelId="{5871BA63-2160-5B4B-964E-E68EFDAB25FE}" type="presParOf" srcId="{A60694E1-FBD2-0F4C-B317-F69E24F66883}" destId="{3BED58C1-114B-8149-88AA-9D97A98120FD}" srcOrd="2" destOrd="0" presId="urn:microsoft.com/office/officeart/2005/8/layout/vList5"/>
    <dgm:cxn modelId="{7F117118-63A5-624E-8E4A-D3D8114FC7BF}" type="presParOf" srcId="{3BED58C1-114B-8149-88AA-9D97A98120FD}" destId="{AD425A5F-6CA2-7945-86DF-D7CC7FAFDEA9}" srcOrd="0" destOrd="0" presId="urn:microsoft.com/office/officeart/2005/8/layout/vList5"/>
    <dgm:cxn modelId="{4515B53D-4DE8-224D-AB94-12C46399BFEA}" type="presParOf" srcId="{3BED58C1-114B-8149-88AA-9D97A98120FD}" destId="{0BDE7F5E-FD58-FA4E-BF10-EEE2FDF705E2}" srcOrd="1" destOrd="0" presId="urn:microsoft.com/office/officeart/2005/8/layout/vList5"/>
    <dgm:cxn modelId="{F95A3F2D-DC56-E64C-AD6E-3B6034BBEDCE}" type="presParOf" srcId="{A60694E1-FBD2-0F4C-B317-F69E24F66883}" destId="{ED81788B-5005-0045-A4E5-0336F7ED6895}" srcOrd="3" destOrd="0" presId="urn:microsoft.com/office/officeart/2005/8/layout/vList5"/>
    <dgm:cxn modelId="{0522337D-CD49-5B43-B577-887B59EE4464}" type="presParOf" srcId="{A60694E1-FBD2-0F4C-B317-F69E24F66883}" destId="{80F0824F-2539-9248-9106-15C31EA6FD56}" srcOrd="4" destOrd="0" presId="urn:microsoft.com/office/officeart/2005/8/layout/vList5"/>
    <dgm:cxn modelId="{1F88F0B8-6E26-6A4B-B6C4-B5E3B87683F6}" type="presParOf" srcId="{80F0824F-2539-9248-9106-15C31EA6FD56}" destId="{5DB8CFAB-4B8B-8F4D-B199-9CB2FDB9A861}" srcOrd="0" destOrd="0" presId="urn:microsoft.com/office/officeart/2005/8/layout/vList5"/>
    <dgm:cxn modelId="{1943956C-5600-A64E-95D4-1409D9F58D2C}" type="presParOf" srcId="{80F0824F-2539-9248-9106-15C31EA6FD56}" destId="{4B2CE7F6-D60F-5C41-9A17-A3935B7F4F15}"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1C4534AC-EB56-49FB-A8E2-30D43321D949}"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96A2BE8C-1441-4BF2-ABFA-944DE28BDDFA}">
      <dgm:prSet/>
      <dgm:spPr/>
      <dgm:t>
        <a:bodyPr/>
        <a:lstStyle/>
        <a:p>
          <a:pPr>
            <a:lnSpc>
              <a:spcPct val="100000"/>
            </a:lnSpc>
            <a:defRPr cap="all"/>
          </a:pPr>
          <a:r>
            <a:rPr lang="en-US"/>
            <a:t>What is Redux?</a:t>
          </a:r>
        </a:p>
      </dgm:t>
    </dgm:pt>
    <dgm:pt modelId="{0A125ADE-10A2-400B-88EB-2EC2D7000E3F}" type="parTrans" cxnId="{804C4BE1-8C4B-46F6-B36D-B2415941D463}">
      <dgm:prSet/>
      <dgm:spPr/>
      <dgm:t>
        <a:bodyPr/>
        <a:lstStyle/>
        <a:p>
          <a:endParaRPr lang="en-US"/>
        </a:p>
      </dgm:t>
    </dgm:pt>
    <dgm:pt modelId="{4925194A-EE1D-4A54-BB15-89674340DD7E}" type="sibTrans" cxnId="{804C4BE1-8C4B-46F6-B36D-B2415941D463}">
      <dgm:prSet/>
      <dgm:spPr/>
      <dgm:t>
        <a:bodyPr/>
        <a:lstStyle/>
        <a:p>
          <a:endParaRPr lang="en-US"/>
        </a:p>
      </dgm:t>
    </dgm:pt>
    <dgm:pt modelId="{BBA02722-7336-4814-A671-88C825C945AF}">
      <dgm:prSet/>
      <dgm:spPr/>
      <dgm:t>
        <a:bodyPr/>
        <a:lstStyle/>
        <a:p>
          <a:pPr>
            <a:lnSpc>
              <a:spcPct val="100000"/>
            </a:lnSpc>
            <a:defRPr cap="all"/>
          </a:pPr>
          <a:r>
            <a:rPr lang="en-US"/>
            <a:t>Why Use Redux?</a:t>
          </a:r>
        </a:p>
      </dgm:t>
    </dgm:pt>
    <dgm:pt modelId="{11CBCA97-0B36-4CBF-9C43-FC2E357DDC82}" type="parTrans" cxnId="{C3C36897-E6EB-4C3B-9FF4-8AFB4C679410}">
      <dgm:prSet/>
      <dgm:spPr/>
      <dgm:t>
        <a:bodyPr/>
        <a:lstStyle/>
        <a:p>
          <a:endParaRPr lang="en-US"/>
        </a:p>
      </dgm:t>
    </dgm:pt>
    <dgm:pt modelId="{6FD3EBAB-265D-4497-9510-CC585D5A8327}" type="sibTrans" cxnId="{C3C36897-E6EB-4C3B-9FF4-8AFB4C679410}">
      <dgm:prSet/>
      <dgm:spPr/>
      <dgm:t>
        <a:bodyPr/>
        <a:lstStyle/>
        <a:p>
          <a:endParaRPr lang="en-US"/>
        </a:p>
      </dgm:t>
    </dgm:pt>
    <dgm:pt modelId="{479FA79D-7B50-44DE-9D36-40B5E2A5FFD4}" type="pres">
      <dgm:prSet presAssocID="{1C4534AC-EB56-49FB-A8E2-30D43321D949}" presName="root" presStyleCnt="0">
        <dgm:presLayoutVars>
          <dgm:dir/>
          <dgm:resizeHandles val="exact"/>
        </dgm:presLayoutVars>
      </dgm:prSet>
      <dgm:spPr/>
    </dgm:pt>
    <dgm:pt modelId="{6E4A8035-FA9C-4265-891C-0A96CCEFE0C2}" type="pres">
      <dgm:prSet presAssocID="{96A2BE8C-1441-4BF2-ABFA-944DE28BDDFA}" presName="compNode" presStyleCnt="0"/>
      <dgm:spPr/>
    </dgm:pt>
    <dgm:pt modelId="{2774BFD4-81D9-4EC4-9C11-3555AC1DC80B}" type="pres">
      <dgm:prSet presAssocID="{96A2BE8C-1441-4BF2-ABFA-944DE28BDDFA}" presName="iconBgRect" presStyleLbl="bgShp" presStyleIdx="0" presStyleCnt="2"/>
      <dgm:spPr/>
    </dgm:pt>
    <dgm:pt modelId="{AC85A872-28E8-41B1-94F6-C5E4057D576D}" type="pres">
      <dgm:prSet presAssocID="{96A2BE8C-1441-4BF2-ABFA-944DE28BDDF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lp"/>
        </a:ext>
      </dgm:extLst>
    </dgm:pt>
    <dgm:pt modelId="{8502C21C-560D-4E3B-A040-D82F4571CF0D}" type="pres">
      <dgm:prSet presAssocID="{96A2BE8C-1441-4BF2-ABFA-944DE28BDDFA}" presName="spaceRect" presStyleCnt="0"/>
      <dgm:spPr/>
    </dgm:pt>
    <dgm:pt modelId="{34EC9AAF-0940-4D77-99BC-99412A3940F5}" type="pres">
      <dgm:prSet presAssocID="{96A2BE8C-1441-4BF2-ABFA-944DE28BDDFA}" presName="textRect" presStyleLbl="revTx" presStyleIdx="0" presStyleCnt="2">
        <dgm:presLayoutVars>
          <dgm:chMax val="1"/>
          <dgm:chPref val="1"/>
        </dgm:presLayoutVars>
      </dgm:prSet>
      <dgm:spPr/>
    </dgm:pt>
    <dgm:pt modelId="{8765FBBE-D9E8-43AD-9068-035AE3215FB1}" type="pres">
      <dgm:prSet presAssocID="{4925194A-EE1D-4A54-BB15-89674340DD7E}" presName="sibTrans" presStyleCnt="0"/>
      <dgm:spPr/>
    </dgm:pt>
    <dgm:pt modelId="{509A7BC0-12F9-497A-81F4-E98298A73C66}" type="pres">
      <dgm:prSet presAssocID="{BBA02722-7336-4814-A671-88C825C945AF}" presName="compNode" presStyleCnt="0"/>
      <dgm:spPr/>
    </dgm:pt>
    <dgm:pt modelId="{37A42C2C-B022-4F68-8C7B-392DB438B4A1}" type="pres">
      <dgm:prSet presAssocID="{BBA02722-7336-4814-A671-88C825C945AF}" presName="iconBgRect" presStyleLbl="bgShp" presStyleIdx="1" presStyleCnt="2"/>
      <dgm:spPr/>
    </dgm:pt>
    <dgm:pt modelId="{7BBD7BD1-CDC6-4BDE-8E87-5E2DBE0729AC}" type="pres">
      <dgm:prSet presAssocID="{BBA02722-7336-4814-A671-88C825C945A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xclamation Mark"/>
        </a:ext>
      </dgm:extLst>
    </dgm:pt>
    <dgm:pt modelId="{06FD73E9-669F-41ED-838E-7DDEFFDB1E78}" type="pres">
      <dgm:prSet presAssocID="{BBA02722-7336-4814-A671-88C825C945AF}" presName="spaceRect" presStyleCnt="0"/>
      <dgm:spPr/>
    </dgm:pt>
    <dgm:pt modelId="{4D5B1A3E-A06F-4CBA-B599-5A6793586305}" type="pres">
      <dgm:prSet presAssocID="{BBA02722-7336-4814-A671-88C825C945AF}" presName="textRect" presStyleLbl="revTx" presStyleIdx="1" presStyleCnt="2">
        <dgm:presLayoutVars>
          <dgm:chMax val="1"/>
          <dgm:chPref val="1"/>
        </dgm:presLayoutVars>
      </dgm:prSet>
      <dgm:spPr/>
    </dgm:pt>
  </dgm:ptLst>
  <dgm:cxnLst>
    <dgm:cxn modelId="{1411665A-16CA-4492-BAA9-5B9D1B623950}" type="presOf" srcId="{BBA02722-7336-4814-A671-88C825C945AF}" destId="{4D5B1A3E-A06F-4CBA-B599-5A6793586305}" srcOrd="0" destOrd="0" presId="urn:microsoft.com/office/officeart/2018/5/layout/IconCircleLabelList"/>
    <dgm:cxn modelId="{367FD365-5E85-40BA-8F8D-A00D8B7150BE}" type="presOf" srcId="{1C4534AC-EB56-49FB-A8E2-30D43321D949}" destId="{479FA79D-7B50-44DE-9D36-40B5E2A5FFD4}" srcOrd="0" destOrd="0" presId="urn:microsoft.com/office/officeart/2018/5/layout/IconCircleLabelList"/>
    <dgm:cxn modelId="{C3C36897-E6EB-4C3B-9FF4-8AFB4C679410}" srcId="{1C4534AC-EB56-49FB-A8E2-30D43321D949}" destId="{BBA02722-7336-4814-A671-88C825C945AF}" srcOrd="1" destOrd="0" parTransId="{11CBCA97-0B36-4CBF-9C43-FC2E357DDC82}" sibTransId="{6FD3EBAB-265D-4497-9510-CC585D5A8327}"/>
    <dgm:cxn modelId="{1131BCAE-ED06-4A0A-9DEB-CD82548C1921}" type="presOf" srcId="{96A2BE8C-1441-4BF2-ABFA-944DE28BDDFA}" destId="{34EC9AAF-0940-4D77-99BC-99412A3940F5}" srcOrd="0" destOrd="0" presId="urn:microsoft.com/office/officeart/2018/5/layout/IconCircleLabelList"/>
    <dgm:cxn modelId="{804C4BE1-8C4B-46F6-B36D-B2415941D463}" srcId="{1C4534AC-EB56-49FB-A8E2-30D43321D949}" destId="{96A2BE8C-1441-4BF2-ABFA-944DE28BDDFA}" srcOrd="0" destOrd="0" parTransId="{0A125ADE-10A2-400B-88EB-2EC2D7000E3F}" sibTransId="{4925194A-EE1D-4A54-BB15-89674340DD7E}"/>
    <dgm:cxn modelId="{B48E5673-9349-44F9-B05F-A1044E0141DD}" type="presParOf" srcId="{479FA79D-7B50-44DE-9D36-40B5E2A5FFD4}" destId="{6E4A8035-FA9C-4265-891C-0A96CCEFE0C2}" srcOrd="0" destOrd="0" presId="urn:microsoft.com/office/officeart/2018/5/layout/IconCircleLabelList"/>
    <dgm:cxn modelId="{9EF93620-82AD-42B1-9307-E561B3207704}" type="presParOf" srcId="{6E4A8035-FA9C-4265-891C-0A96CCEFE0C2}" destId="{2774BFD4-81D9-4EC4-9C11-3555AC1DC80B}" srcOrd="0" destOrd="0" presId="urn:microsoft.com/office/officeart/2018/5/layout/IconCircleLabelList"/>
    <dgm:cxn modelId="{2221790C-7645-4735-A93B-395882E12456}" type="presParOf" srcId="{6E4A8035-FA9C-4265-891C-0A96CCEFE0C2}" destId="{AC85A872-28E8-41B1-94F6-C5E4057D576D}" srcOrd="1" destOrd="0" presId="urn:microsoft.com/office/officeart/2018/5/layout/IconCircleLabelList"/>
    <dgm:cxn modelId="{D9C771EE-5227-462C-8A3A-167598CDBC45}" type="presParOf" srcId="{6E4A8035-FA9C-4265-891C-0A96CCEFE0C2}" destId="{8502C21C-560D-4E3B-A040-D82F4571CF0D}" srcOrd="2" destOrd="0" presId="urn:microsoft.com/office/officeart/2018/5/layout/IconCircleLabelList"/>
    <dgm:cxn modelId="{0716E58C-6065-4CAE-954B-331CEEFA9D2E}" type="presParOf" srcId="{6E4A8035-FA9C-4265-891C-0A96CCEFE0C2}" destId="{34EC9AAF-0940-4D77-99BC-99412A3940F5}" srcOrd="3" destOrd="0" presId="urn:microsoft.com/office/officeart/2018/5/layout/IconCircleLabelList"/>
    <dgm:cxn modelId="{073B630D-A82C-4069-B28B-BF0CF10D22C0}" type="presParOf" srcId="{479FA79D-7B50-44DE-9D36-40B5E2A5FFD4}" destId="{8765FBBE-D9E8-43AD-9068-035AE3215FB1}" srcOrd="1" destOrd="0" presId="urn:microsoft.com/office/officeart/2018/5/layout/IconCircleLabelList"/>
    <dgm:cxn modelId="{9B0B4532-D586-4AA4-B933-FD745EA4C078}" type="presParOf" srcId="{479FA79D-7B50-44DE-9D36-40B5E2A5FFD4}" destId="{509A7BC0-12F9-497A-81F4-E98298A73C66}" srcOrd="2" destOrd="0" presId="urn:microsoft.com/office/officeart/2018/5/layout/IconCircleLabelList"/>
    <dgm:cxn modelId="{9A084DDE-F814-438E-9D1E-E916275CD85B}" type="presParOf" srcId="{509A7BC0-12F9-497A-81F4-E98298A73C66}" destId="{37A42C2C-B022-4F68-8C7B-392DB438B4A1}" srcOrd="0" destOrd="0" presId="urn:microsoft.com/office/officeart/2018/5/layout/IconCircleLabelList"/>
    <dgm:cxn modelId="{E6867EAA-7A3F-4E45-B151-04174569A49D}" type="presParOf" srcId="{509A7BC0-12F9-497A-81F4-E98298A73C66}" destId="{7BBD7BD1-CDC6-4BDE-8E87-5E2DBE0729AC}" srcOrd="1" destOrd="0" presId="urn:microsoft.com/office/officeart/2018/5/layout/IconCircleLabelList"/>
    <dgm:cxn modelId="{F8758970-60F2-41BF-8B83-4482A5CF11FB}" type="presParOf" srcId="{509A7BC0-12F9-497A-81F4-E98298A73C66}" destId="{06FD73E9-669F-41ED-838E-7DDEFFDB1E78}" srcOrd="2" destOrd="0" presId="urn:microsoft.com/office/officeart/2018/5/layout/IconCircleLabelList"/>
    <dgm:cxn modelId="{4C47C45E-70B4-47B1-89AF-7DC77548A429}" type="presParOf" srcId="{509A7BC0-12F9-497A-81F4-E98298A73C66}" destId="{4D5B1A3E-A06F-4CBA-B599-5A6793586305}"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97570E3-C278-4E54-B80D-330B431628D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0E347BA-7A15-4EB8-8E3C-40B3DA7FAE59}">
      <dgm:prSet/>
      <dgm:spPr/>
      <dgm:t>
        <a:bodyPr/>
        <a:lstStyle/>
        <a:p>
          <a:pPr>
            <a:lnSpc>
              <a:spcPct val="100000"/>
            </a:lnSpc>
          </a:pPr>
          <a:r>
            <a:rPr lang="en-US"/>
            <a:t>Basic Architecture</a:t>
          </a:r>
        </a:p>
      </dgm:t>
    </dgm:pt>
    <dgm:pt modelId="{A4B15888-DC86-4523-B211-5EC82FE78814}" type="parTrans" cxnId="{FA70FE9C-0707-4CB3-9264-11AB0100B486}">
      <dgm:prSet/>
      <dgm:spPr/>
      <dgm:t>
        <a:bodyPr/>
        <a:lstStyle/>
        <a:p>
          <a:endParaRPr lang="en-US"/>
        </a:p>
      </dgm:t>
    </dgm:pt>
    <dgm:pt modelId="{7117A5E8-87FC-4BB7-9C2B-66D39CF04071}" type="sibTrans" cxnId="{FA70FE9C-0707-4CB3-9264-11AB0100B486}">
      <dgm:prSet/>
      <dgm:spPr/>
      <dgm:t>
        <a:bodyPr/>
        <a:lstStyle/>
        <a:p>
          <a:endParaRPr lang="en-US"/>
        </a:p>
      </dgm:t>
    </dgm:pt>
    <dgm:pt modelId="{845AF2D9-2626-4909-97A7-B117558C5613}">
      <dgm:prSet/>
      <dgm:spPr/>
      <dgm:t>
        <a:bodyPr/>
        <a:lstStyle/>
        <a:p>
          <a:pPr>
            <a:lnSpc>
              <a:spcPct val="100000"/>
            </a:lnSpc>
          </a:pPr>
          <a:r>
            <a:rPr lang="en-US"/>
            <a:t>Store</a:t>
          </a:r>
        </a:p>
      </dgm:t>
    </dgm:pt>
    <dgm:pt modelId="{489DAC57-3497-41AF-A73D-DFD51C9FFC6A}" type="parTrans" cxnId="{E2FDE7C8-6BF9-4D5F-A47A-E0F7275106CC}">
      <dgm:prSet/>
      <dgm:spPr/>
      <dgm:t>
        <a:bodyPr/>
        <a:lstStyle/>
        <a:p>
          <a:endParaRPr lang="en-US"/>
        </a:p>
      </dgm:t>
    </dgm:pt>
    <dgm:pt modelId="{A8B4C54F-4EA1-4EF4-8803-039559C5E9AD}" type="sibTrans" cxnId="{E2FDE7C8-6BF9-4D5F-A47A-E0F7275106CC}">
      <dgm:prSet/>
      <dgm:spPr/>
      <dgm:t>
        <a:bodyPr/>
        <a:lstStyle/>
        <a:p>
          <a:endParaRPr lang="en-US"/>
        </a:p>
      </dgm:t>
    </dgm:pt>
    <dgm:pt modelId="{99666E98-4F13-40C3-81CC-45BA0F0523AD}">
      <dgm:prSet/>
      <dgm:spPr/>
      <dgm:t>
        <a:bodyPr/>
        <a:lstStyle/>
        <a:p>
          <a:pPr>
            <a:lnSpc>
              <a:spcPct val="100000"/>
            </a:lnSpc>
          </a:pPr>
          <a:r>
            <a:rPr lang="en-US"/>
            <a:t>Actions</a:t>
          </a:r>
        </a:p>
      </dgm:t>
    </dgm:pt>
    <dgm:pt modelId="{31F60CFA-8148-4B01-A8F8-AD625403516C}" type="parTrans" cxnId="{685283C2-1912-4599-A4A0-B6E59CDF3358}">
      <dgm:prSet/>
      <dgm:spPr/>
      <dgm:t>
        <a:bodyPr/>
        <a:lstStyle/>
        <a:p>
          <a:endParaRPr lang="en-US"/>
        </a:p>
      </dgm:t>
    </dgm:pt>
    <dgm:pt modelId="{410EE6FE-3AF3-48DB-BDB0-8386DBE528EB}" type="sibTrans" cxnId="{685283C2-1912-4599-A4A0-B6E59CDF3358}">
      <dgm:prSet/>
      <dgm:spPr/>
      <dgm:t>
        <a:bodyPr/>
        <a:lstStyle/>
        <a:p>
          <a:endParaRPr lang="en-US"/>
        </a:p>
      </dgm:t>
    </dgm:pt>
    <dgm:pt modelId="{22021246-AC39-49CD-9FD7-CA6BACD842EE}">
      <dgm:prSet/>
      <dgm:spPr/>
      <dgm:t>
        <a:bodyPr/>
        <a:lstStyle/>
        <a:p>
          <a:pPr>
            <a:lnSpc>
              <a:spcPct val="100000"/>
            </a:lnSpc>
          </a:pPr>
          <a:r>
            <a:rPr lang="en-US"/>
            <a:t>Reducers</a:t>
          </a:r>
        </a:p>
      </dgm:t>
    </dgm:pt>
    <dgm:pt modelId="{0F9844AB-A596-4F3F-8091-FC0E4C6E3722}" type="parTrans" cxnId="{C1231FA6-A4A5-4F89-9F9E-BA28004542F0}">
      <dgm:prSet/>
      <dgm:spPr/>
      <dgm:t>
        <a:bodyPr/>
        <a:lstStyle/>
        <a:p>
          <a:endParaRPr lang="en-US"/>
        </a:p>
      </dgm:t>
    </dgm:pt>
    <dgm:pt modelId="{7F854EE4-2C29-430C-864A-8D93D1B45581}" type="sibTrans" cxnId="{C1231FA6-A4A5-4F89-9F9E-BA28004542F0}">
      <dgm:prSet/>
      <dgm:spPr/>
      <dgm:t>
        <a:bodyPr/>
        <a:lstStyle/>
        <a:p>
          <a:endParaRPr lang="en-US"/>
        </a:p>
      </dgm:t>
    </dgm:pt>
    <dgm:pt modelId="{22392BD6-256D-4962-A30C-5B251A8FB78C}">
      <dgm:prSet/>
      <dgm:spPr/>
      <dgm:t>
        <a:bodyPr/>
        <a:lstStyle/>
        <a:p>
          <a:pPr>
            <a:lnSpc>
              <a:spcPct val="100000"/>
            </a:lnSpc>
          </a:pPr>
          <a:r>
            <a:rPr lang="en-US"/>
            <a:t>Flow of Data</a:t>
          </a:r>
        </a:p>
      </dgm:t>
    </dgm:pt>
    <dgm:pt modelId="{581D8BD0-C543-4035-896D-CD53FF80F709}" type="parTrans" cxnId="{B8410566-E2CD-471C-8CA1-F424D53B59D0}">
      <dgm:prSet/>
      <dgm:spPr/>
      <dgm:t>
        <a:bodyPr/>
        <a:lstStyle/>
        <a:p>
          <a:endParaRPr lang="en-US"/>
        </a:p>
      </dgm:t>
    </dgm:pt>
    <dgm:pt modelId="{21CF2C28-11C7-437C-8A48-67DF7789818E}" type="sibTrans" cxnId="{B8410566-E2CD-471C-8CA1-F424D53B59D0}">
      <dgm:prSet/>
      <dgm:spPr/>
      <dgm:t>
        <a:bodyPr/>
        <a:lstStyle/>
        <a:p>
          <a:endParaRPr lang="en-US"/>
        </a:p>
      </dgm:t>
    </dgm:pt>
    <dgm:pt modelId="{3A1F06EE-D51E-4E83-8D34-99BFEFC998B1}">
      <dgm:prSet/>
      <dgm:spPr/>
      <dgm:t>
        <a:bodyPr/>
        <a:lstStyle/>
        <a:p>
          <a:pPr>
            <a:lnSpc>
              <a:spcPct val="100000"/>
            </a:lnSpc>
          </a:pPr>
          <a:r>
            <a:rPr lang="en-US"/>
            <a:t>Action -&gt; Store -&gt; Reducer -&gt; New State -&gt; View Update</a:t>
          </a:r>
        </a:p>
      </dgm:t>
    </dgm:pt>
    <dgm:pt modelId="{A18746B2-D587-4A21-BBC1-1A23A1CABE51}" type="parTrans" cxnId="{8BE239A8-AEC3-4A98-8E63-267FA326452D}">
      <dgm:prSet/>
      <dgm:spPr/>
      <dgm:t>
        <a:bodyPr/>
        <a:lstStyle/>
        <a:p>
          <a:endParaRPr lang="en-US"/>
        </a:p>
      </dgm:t>
    </dgm:pt>
    <dgm:pt modelId="{10AB49CD-F3EC-49DA-9BEA-0987679B9F9B}" type="sibTrans" cxnId="{8BE239A8-AEC3-4A98-8E63-267FA326452D}">
      <dgm:prSet/>
      <dgm:spPr/>
      <dgm:t>
        <a:bodyPr/>
        <a:lstStyle/>
        <a:p>
          <a:endParaRPr lang="en-US"/>
        </a:p>
      </dgm:t>
    </dgm:pt>
    <dgm:pt modelId="{FF703D2D-25AA-4C40-9ADA-3E075C82E0BD}" type="pres">
      <dgm:prSet presAssocID="{E97570E3-C278-4E54-B80D-330B431628DD}" presName="root" presStyleCnt="0">
        <dgm:presLayoutVars>
          <dgm:dir/>
          <dgm:resizeHandles val="exact"/>
        </dgm:presLayoutVars>
      </dgm:prSet>
      <dgm:spPr/>
    </dgm:pt>
    <dgm:pt modelId="{8E88C54A-483F-4E8C-9D8E-CFEB8C5A19C6}" type="pres">
      <dgm:prSet presAssocID="{70E347BA-7A15-4EB8-8E3C-40B3DA7FAE59}" presName="compNode" presStyleCnt="0"/>
      <dgm:spPr/>
    </dgm:pt>
    <dgm:pt modelId="{283288B9-6FA3-4901-84C6-137CEBBB4691}" type="pres">
      <dgm:prSet presAssocID="{70E347BA-7A15-4EB8-8E3C-40B3DA7FAE59}" presName="bgRect" presStyleLbl="bgShp" presStyleIdx="0" presStyleCnt="2"/>
      <dgm:spPr/>
    </dgm:pt>
    <dgm:pt modelId="{A7E1CF9E-DAB7-4C3A-89D6-22D21F23F7D3}" type="pres">
      <dgm:prSet presAssocID="{70E347BA-7A15-4EB8-8E3C-40B3DA7FAE5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F75D55C0-4B63-4A7E-91DE-40EF8B3E6A02}" type="pres">
      <dgm:prSet presAssocID="{70E347BA-7A15-4EB8-8E3C-40B3DA7FAE59}" presName="spaceRect" presStyleCnt="0"/>
      <dgm:spPr/>
    </dgm:pt>
    <dgm:pt modelId="{8C85E802-3C3F-4DC4-B4F7-48FC0725E6DB}" type="pres">
      <dgm:prSet presAssocID="{70E347BA-7A15-4EB8-8E3C-40B3DA7FAE59}" presName="parTx" presStyleLbl="revTx" presStyleIdx="0" presStyleCnt="4">
        <dgm:presLayoutVars>
          <dgm:chMax val="0"/>
          <dgm:chPref val="0"/>
        </dgm:presLayoutVars>
      </dgm:prSet>
      <dgm:spPr/>
    </dgm:pt>
    <dgm:pt modelId="{0DAC06B4-8232-444B-9DE1-06A5AE3B5913}" type="pres">
      <dgm:prSet presAssocID="{70E347BA-7A15-4EB8-8E3C-40B3DA7FAE59}" presName="desTx" presStyleLbl="revTx" presStyleIdx="1" presStyleCnt="4">
        <dgm:presLayoutVars/>
      </dgm:prSet>
      <dgm:spPr/>
    </dgm:pt>
    <dgm:pt modelId="{F94B09E6-61E5-4C2D-AA1A-5F6C03C5CC7F}" type="pres">
      <dgm:prSet presAssocID="{7117A5E8-87FC-4BB7-9C2B-66D39CF04071}" presName="sibTrans" presStyleCnt="0"/>
      <dgm:spPr/>
    </dgm:pt>
    <dgm:pt modelId="{78B9B002-E85D-4C95-B181-8C3D75D74EB5}" type="pres">
      <dgm:prSet presAssocID="{22392BD6-256D-4962-A30C-5B251A8FB78C}" presName="compNode" presStyleCnt="0"/>
      <dgm:spPr/>
    </dgm:pt>
    <dgm:pt modelId="{7FB5A969-A186-4C53-B9B9-DFB4C86FC583}" type="pres">
      <dgm:prSet presAssocID="{22392BD6-256D-4962-A30C-5B251A8FB78C}" presName="bgRect" presStyleLbl="bgShp" presStyleIdx="1" presStyleCnt="2"/>
      <dgm:spPr/>
    </dgm:pt>
    <dgm:pt modelId="{D70AD30D-FB62-46F6-B777-2DD5E7B3F382}" type="pres">
      <dgm:prSet presAssocID="{22392BD6-256D-4962-A30C-5B251A8FB78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lapper board"/>
        </a:ext>
      </dgm:extLst>
    </dgm:pt>
    <dgm:pt modelId="{00DF7382-4E3E-416A-B82F-14A8E6880085}" type="pres">
      <dgm:prSet presAssocID="{22392BD6-256D-4962-A30C-5B251A8FB78C}" presName="spaceRect" presStyleCnt="0"/>
      <dgm:spPr/>
    </dgm:pt>
    <dgm:pt modelId="{B9B5B6ED-97B4-46D0-9A39-98FF400D97CE}" type="pres">
      <dgm:prSet presAssocID="{22392BD6-256D-4962-A30C-5B251A8FB78C}" presName="parTx" presStyleLbl="revTx" presStyleIdx="2" presStyleCnt="4">
        <dgm:presLayoutVars>
          <dgm:chMax val="0"/>
          <dgm:chPref val="0"/>
        </dgm:presLayoutVars>
      </dgm:prSet>
      <dgm:spPr/>
    </dgm:pt>
    <dgm:pt modelId="{167F24B9-BEBF-4122-83AC-9F146E607ABB}" type="pres">
      <dgm:prSet presAssocID="{22392BD6-256D-4962-A30C-5B251A8FB78C}" presName="desTx" presStyleLbl="revTx" presStyleIdx="3" presStyleCnt="4">
        <dgm:presLayoutVars/>
      </dgm:prSet>
      <dgm:spPr/>
    </dgm:pt>
  </dgm:ptLst>
  <dgm:cxnLst>
    <dgm:cxn modelId="{912BDD25-24FD-460E-88BE-4EB4749183BB}" type="presOf" srcId="{3A1F06EE-D51E-4E83-8D34-99BFEFC998B1}" destId="{167F24B9-BEBF-4122-83AC-9F146E607ABB}" srcOrd="0" destOrd="0" presId="urn:microsoft.com/office/officeart/2018/2/layout/IconVerticalSolidList"/>
    <dgm:cxn modelId="{288B2A2A-C49A-440E-A6A6-C2148D410C86}" type="presOf" srcId="{99666E98-4F13-40C3-81CC-45BA0F0523AD}" destId="{0DAC06B4-8232-444B-9DE1-06A5AE3B5913}" srcOrd="0" destOrd="1" presId="urn:microsoft.com/office/officeart/2018/2/layout/IconVerticalSolidList"/>
    <dgm:cxn modelId="{114D2933-E28E-42EC-A33D-C0F32BF58E25}" type="presOf" srcId="{22021246-AC39-49CD-9FD7-CA6BACD842EE}" destId="{0DAC06B4-8232-444B-9DE1-06A5AE3B5913}" srcOrd="0" destOrd="2" presId="urn:microsoft.com/office/officeart/2018/2/layout/IconVerticalSolidList"/>
    <dgm:cxn modelId="{B8410566-E2CD-471C-8CA1-F424D53B59D0}" srcId="{E97570E3-C278-4E54-B80D-330B431628DD}" destId="{22392BD6-256D-4962-A30C-5B251A8FB78C}" srcOrd="1" destOrd="0" parTransId="{581D8BD0-C543-4035-896D-CD53FF80F709}" sibTransId="{21CF2C28-11C7-437C-8A48-67DF7789818E}"/>
    <dgm:cxn modelId="{3408F78B-DBCF-421F-9CA0-A24D49F0F432}" type="presOf" srcId="{70E347BA-7A15-4EB8-8E3C-40B3DA7FAE59}" destId="{8C85E802-3C3F-4DC4-B4F7-48FC0725E6DB}" srcOrd="0" destOrd="0" presId="urn:microsoft.com/office/officeart/2018/2/layout/IconVerticalSolidList"/>
    <dgm:cxn modelId="{F2C7508C-BEE7-4F6A-8106-095A02BBFDA3}" type="presOf" srcId="{22392BD6-256D-4962-A30C-5B251A8FB78C}" destId="{B9B5B6ED-97B4-46D0-9A39-98FF400D97CE}" srcOrd="0" destOrd="0" presId="urn:microsoft.com/office/officeart/2018/2/layout/IconVerticalSolidList"/>
    <dgm:cxn modelId="{FA70FE9C-0707-4CB3-9264-11AB0100B486}" srcId="{E97570E3-C278-4E54-B80D-330B431628DD}" destId="{70E347BA-7A15-4EB8-8E3C-40B3DA7FAE59}" srcOrd="0" destOrd="0" parTransId="{A4B15888-DC86-4523-B211-5EC82FE78814}" sibTransId="{7117A5E8-87FC-4BB7-9C2B-66D39CF04071}"/>
    <dgm:cxn modelId="{C1231FA6-A4A5-4F89-9F9E-BA28004542F0}" srcId="{70E347BA-7A15-4EB8-8E3C-40B3DA7FAE59}" destId="{22021246-AC39-49CD-9FD7-CA6BACD842EE}" srcOrd="2" destOrd="0" parTransId="{0F9844AB-A596-4F3F-8091-FC0E4C6E3722}" sibTransId="{7F854EE4-2C29-430C-864A-8D93D1B45581}"/>
    <dgm:cxn modelId="{8BE239A8-AEC3-4A98-8E63-267FA326452D}" srcId="{22392BD6-256D-4962-A30C-5B251A8FB78C}" destId="{3A1F06EE-D51E-4E83-8D34-99BFEFC998B1}" srcOrd="0" destOrd="0" parTransId="{A18746B2-D587-4A21-BBC1-1A23A1CABE51}" sibTransId="{10AB49CD-F3EC-49DA-9BEA-0987679B9F9B}"/>
    <dgm:cxn modelId="{8F7A49BE-7154-4ED3-9270-BC7195C64DDF}" type="presOf" srcId="{E97570E3-C278-4E54-B80D-330B431628DD}" destId="{FF703D2D-25AA-4C40-9ADA-3E075C82E0BD}" srcOrd="0" destOrd="0" presId="urn:microsoft.com/office/officeart/2018/2/layout/IconVerticalSolidList"/>
    <dgm:cxn modelId="{685283C2-1912-4599-A4A0-B6E59CDF3358}" srcId="{70E347BA-7A15-4EB8-8E3C-40B3DA7FAE59}" destId="{99666E98-4F13-40C3-81CC-45BA0F0523AD}" srcOrd="1" destOrd="0" parTransId="{31F60CFA-8148-4B01-A8F8-AD625403516C}" sibTransId="{410EE6FE-3AF3-48DB-BDB0-8386DBE528EB}"/>
    <dgm:cxn modelId="{E2FDE7C8-6BF9-4D5F-A47A-E0F7275106CC}" srcId="{70E347BA-7A15-4EB8-8E3C-40B3DA7FAE59}" destId="{845AF2D9-2626-4909-97A7-B117558C5613}" srcOrd="0" destOrd="0" parTransId="{489DAC57-3497-41AF-A73D-DFD51C9FFC6A}" sibTransId="{A8B4C54F-4EA1-4EF4-8803-039559C5E9AD}"/>
    <dgm:cxn modelId="{F52B68DF-983C-4B88-9309-2E11F7916BDF}" type="presOf" srcId="{845AF2D9-2626-4909-97A7-B117558C5613}" destId="{0DAC06B4-8232-444B-9DE1-06A5AE3B5913}" srcOrd="0" destOrd="0" presId="urn:microsoft.com/office/officeart/2018/2/layout/IconVerticalSolidList"/>
    <dgm:cxn modelId="{5D36E610-F52F-4DD2-A926-7D51430E2FC6}" type="presParOf" srcId="{FF703D2D-25AA-4C40-9ADA-3E075C82E0BD}" destId="{8E88C54A-483F-4E8C-9D8E-CFEB8C5A19C6}" srcOrd="0" destOrd="0" presId="urn:microsoft.com/office/officeart/2018/2/layout/IconVerticalSolidList"/>
    <dgm:cxn modelId="{9327D5B6-EE0D-49AC-BE06-1DE2CB36F741}" type="presParOf" srcId="{8E88C54A-483F-4E8C-9D8E-CFEB8C5A19C6}" destId="{283288B9-6FA3-4901-84C6-137CEBBB4691}" srcOrd="0" destOrd="0" presId="urn:microsoft.com/office/officeart/2018/2/layout/IconVerticalSolidList"/>
    <dgm:cxn modelId="{8B8A4205-0CA2-4764-9D70-C33FFC0E8B49}" type="presParOf" srcId="{8E88C54A-483F-4E8C-9D8E-CFEB8C5A19C6}" destId="{A7E1CF9E-DAB7-4C3A-89D6-22D21F23F7D3}" srcOrd="1" destOrd="0" presId="urn:microsoft.com/office/officeart/2018/2/layout/IconVerticalSolidList"/>
    <dgm:cxn modelId="{D1B50FB6-7E6B-4CCA-8861-274721176F21}" type="presParOf" srcId="{8E88C54A-483F-4E8C-9D8E-CFEB8C5A19C6}" destId="{F75D55C0-4B63-4A7E-91DE-40EF8B3E6A02}" srcOrd="2" destOrd="0" presId="urn:microsoft.com/office/officeart/2018/2/layout/IconVerticalSolidList"/>
    <dgm:cxn modelId="{65E05958-CF08-4259-9149-2FDDBA8730B0}" type="presParOf" srcId="{8E88C54A-483F-4E8C-9D8E-CFEB8C5A19C6}" destId="{8C85E802-3C3F-4DC4-B4F7-48FC0725E6DB}" srcOrd="3" destOrd="0" presId="urn:microsoft.com/office/officeart/2018/2/layout/IconVerticalSolidList"/>
    <dgm:cxn modelId="{7907E08E-15F2-4FCA-8CBC-CBB0997D5D85}" type="presParOf" srcId="{8E88C54A-483F-4E8C-9D8E-CFEB8C5A19C6}" destId="{0DAC06B4-8232-444B-9DE1-06A5AE3B5913}" srcOrd="4" destOrd="0" presId="urn:microsoft.com/office/officeart/2018/2/layout/IconVerticalSolidList"/>
    <dgm:cxn modelId="{BFC965B1-781A-4A4D-8329-AC6D4273E535}" type="presParOf" srcId="{FF703D2D-25AA-4C40-9ADA-3E075C82E0BD}" destId="{F94B09E6-61E5-4C2D-AA1A-5F6C03C5CC7F}" srcOrd="1" destOrd="0" presId="urn:microsoft.com/office/officeart/2018/2/layout/IconVerticalSolidList"/>
    <dgm:cxn modelId="{53DC94F6-7904-4BAC-A02C-497BCE62CC46}" type="presParOf" srcId="{FF703D2D-25AA-4C40-9ADA-3E075C82E0BD}" destId="{78B9B002-E85D-4C95-B181-8C3D75D74EB5}" srcOrd="2" destOrd="0" presId="urn:microsoft.com/office/officeart/2018/2/layout/IconVerticalSolidList"/>
    <dgm:cxn modelId="{23FEACBD-AF01-4127-B8EF-0FAD4BB3255C}" type="presParOf" srcId="{78B9B002-E85D-4C95-B181-8C3D75D74EB5}" destId="{7FB5A969-A186-4C53-B9B9-DFB4C86FC583}" srcOrd="0" destOrd="0" presId="urn:microsoft.com/office/officeart/2018/2/layout/IconVerticalSolidList"/>
    <dgm:cxn modelId="{214F083E-376B-4183-BC34-814450694944}" type="presParOf" srcId="{78B9B002-E85D-4C95-B181-8C3D75D74EB5}" destId="{D70AD30D-FB62-46F6-B777-2DD5E7B3F382}" srcOrd="1" destOrd="0" presId="urn:microsoft.com/office/officeart/2018/2/layout/IconVerticalSolidList"/>
    <dgm:cxn modelId="{9575F7F0-0285-4DFC-A5E1-5AA89ECE71C2}" type="presParOf" srcId="{78B9B002-E85D-4C95-B181-8C3D75D74EB5}" destId="{00DF7382-4E3E-416A-B82F-14A8E6880085}" srcOrd="2" destOrd="0" presId="urn:microsoft.com/office/officeart/2018/2/layout/IconVerticalSolidList"/>
    <dgm:cxn modelId="{A762EE56-DEDE-44D3-835C-0E268D275783}" type="presParOf" srcId="{78B9B002-E85D-4C95-B181-8C3D75D74EB5}" destId="{B9B5B6ED-97B4-46D0-9A39-98FF400D97CE}" srcOrd="3" destOrd="0" presId="urn:microsoft.com/office/officeart/2018/2/layout/IconVerticalSolidList"/>
    <dgm:cxn modelId="{E64D7563-EA33-4213-9870-01B1CEA0C910}" type="presParOf" srcId="{78B9B002-E85D-4C95-B181-8C3D75D74EB5}" destId="{167F24B9-BEBF-4122-83AC-9F146E607ABB}"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C8C3021C-EC76-4E22-B51E-141D8B35520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18B1952-C1B3-4F9E-BF7A-370808B190B1}">
      <dgm:prSet/>
      <dgm:spPr/>
      <dgm:t>
        <a:bodyPr/>
        <a:lstStyle/>
        <a:p>
          <a:pPr>
            <a:lnSpc>
              <a:spcPct val="100000"/>
            </a:lnSpc>
          </a:pPr>
          <a:r>
            <a:rPr lang="en-US" b="0" i="0"/>
            <a:t>Information payloads that send data from the application to the store.</a:t>
          </a:r>
          <a:endParaRPr lang="en-US"/>
        </a:p>
      </dgm:t>
    </dgm:pt>
    <dgm:pt modelId="{BF6F83FA-A33E-4B6F-AD3F-2674DFFEF591}" type="parTrans" cxnId="{4EB4DE37-5C99-4E7F-A1EE-E15E22EA9918}">
      <dgm:prSet/>
      <dgm:spPr/>
      <dgm:t>
        <a:bodyPr/>
        <a:lstStyle/>
        <a:p>
          <a:endParaRPr lang="en-US"/>
        </a:p>
      </dgm:t>
    </dgm:pt>
    <dgm:pt modelId="{4B414765-F095-4AF9-ABD8-4469A9DA785D}" type="sibTrans" cxnId="{4EB4DE37-5C99-4E7F-A1EE-E15E22EA9918}">
      <dgm:prSet/>
      <dgm:spPr/>
      <dgm:t>
        <a:bodyPr/>
        <a:lstStyle/>
        <a:p>
          <a:endParaRPr lang="en-US"/>
        </a:p>
      </dgm:t>
    </dgm:pt>
    <dgm:pt modelId="{4567E03D-CC23-4ADC-89F4-AA3BEF842678}">
      <dgm:prSet/>
      <dgm:spPr/>
      <dgm:t>
        <a:bodyPr/>
        <a:lstStyle/>
        <a:p>
          <a:pPr>
            <a:lnSpc>
              <a:spcPct val="100000"/>
            </a:lnSpc>
          </a:pPr>
          <a:r>
            <a:rPr lang="en-US" b="0" i="0"/>
            <a:t>Plain JavaScript objects containing a type property to indicate the type of action being performed.</a:t>
          </a:r>
          <a:endParaRPr lang="en-US"/>
        </a:p>
      </dgm:t>
    </dgm:pt>
    <dgm:pt modelId="{1C5E406B-9BAB-4D2B-B435-683AAB7BA20B}" type="parTrans" cxnId="{FA155E3A-C107-4E4F-96A2-DDFDBD2018E8}">
      <dgm:prSet/>
      <dgm:spPr/>
      <dgm:t>
        <a:bodyPr/>
        <a:lstStyle/>
        <a:p>
          <a:endParaRPr lang="en-US"/>
        </a:p>
      </dgm:t>
    </dgm:pt>
    <dgm:pt modelId="{F1D746CD-3042-4242-B967-89DE1427A598}" type="sibTrans" cxnId="{FA155E3A-C107-4E4F-96A2-DDFDBD2018E8}">
      <dgm:prSet/>
      <dgm:spPr/>
      <dgm:t>
        <a:bodyPr/>
        <a:lstStyle/>
        <a:p>
          <a:endParaRPr lang="en-US"/>
        </a:p>
      </dgm:t>
    </dgm:pt>
    <dgm:pt modelId="{4AA6DCBF-4816-4106-816B-AE34545A4BC5}">
      <dgm:prSet/>
      <dgm:spPr/>
      <dgm:t>
        <a:bodyPr/>
        <a:lstStyle/>
        <a:p>
          <a:pPr>
            <a:lnSpc>
              <a:spcPct val="100000"/>
            </a:lnSpc>
          </a:pPr>
          <a:r>
            <a:rPr lang="en-US" b="0" i="0"/>
            <a:t>Optionally contain additional data.</a:t>
          </a:r>
          <a:endParaRPr lang="en-US"/>
        </a:p>
      </dgm:t>
    </dgm:pt>
    <dgm:pt modelId="{EFD9990B-AAAF-4A22-B2AE-1D9ED2EB1F04}" type="parTrans" cxnId="{3443902B-22BE-4958-98BA-2DFC62CD291D}">
      <dgm:prSet/>
      <dgm:spPr/>
      <dgm:t>
        <a:bodyPr/>
        <a:lstStyle/>
        <a:p>
          <a:endParaRPr lang="en-US"/>
        </a:p>
      </dgm:t>
    </dgm:pt>
    <dgm:pt modelId="{24572637-C3E3-4FBC-800C-10FE263DDB0F}" type="sibTrans" cxnId="{3443902B-22BE-4958-98BA-2DFC62CD291D}">
      <dgm:prSet/>
      <dgm:spPr/>
      <dgm:t>
        <a:bodyPr/>
        <a:lstStyle/>
        <a:p>
          <a:endParaRPr lang="en-US"/>
        </a:p>
      </dgm:t>
    </dgm:pt>
    <dgm:pt modelId="{2F83A266-8726-459E-BEBF-403DFD527FEB}" type="pres">
      <dgm:prSet presAssocID="{C8C3021C-EC76-4E22-B51E-141D8B355209}" presName="root" presStyleCnt="0">
        <dgm:presLayoutVars>
          <dgm:dir/>
          <dgm:resizeHandles val="exact"/>
        </dgm:presLayoutVars>
      </dgm:prSet>
      <dgm:spPr/>
    </dgm:pt>
    <dgm:pt modelId="{F3B0349A-BC85-4B53-BD6D-C8385E778683}" type="pres">
      <dgm:prSet presAssocID="{E18B1952-C1B3-4F9E-BF7A-370808B190B1}" presName="compNode" presStyleCnt="0"/>
      <dgm:spPr/>
    </dgm:pt>
    <dgm:pt modelId="{0AE7591E-8256-40AF-BDBA-704838891632}" type="pres">
      <dgm:prSet presAssocID="{E18B1952-C1B3-4F9E-BF7A-370808B190B1}" presName="bgRect" presStyleLbl="bgShp" presStyleIdx="0" presStyleCnt="3"/>
      <dgm:spPr/>
    </dgm:pt>
    <dgm:pt modelId="{D6AC87FC-314E-4F32-AB95-A8D0F42F9458}" type="pres">
      <dgm:prSet presAssocID="{E18B1952-C1B3-4F9E-BF7A-370808B190B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atellite dish"/>
        </a:ext>
      </dgm:extLst>
    </dgm:pt>
    <dgm:pt modelId="{DE4C1F14-E10E-4952-8A90-F1841DE540C9}" type="pres">
      <dgm:prSet presAssocID="{E18B1952-C1B3-4F9E-BF7A-370808B190B1}" presName="spaceRect" presStyleCnt="0"/>
      <dgm:spPr/>
    </dgm:pt>
    <dgm:pt modelId="{E27B2E6E-53B9-4A68-BA71-9FC59353981A}" type="pres">
      <dgm:prSet presAssocID="{E18B1952-C1B3-4F9E-BF7A-370808B190B1}" presName="parTx" presStyleLbl="revTx" presStyleIdx="0" presStyleCnt="3">
        <dgm:presLayoutVars>
          <dgm:chMax val="0"/>
          <dgm:chPref val="0"/>
        </dgm:presLayoutVars>
      </dgm:prSet>
      <dgm:spPr/>
    </dgm:pt>
    <dgm:pt modelId="{F1856B58-00F9-4C63-852F-B7535242CD22}" type="pres">
      <dgm:prSet presAssocID="{4B414765-F095-4AF9-ABD8-4469A9DA785D}" presName="sibTrans" presStyleCnt="0"/>
      <dgm:spPr/>
    </dgm:pt>
    <dgm:pt modelId="{9BEE4C7F-7E77-455C-B58A-4EA6E3BE049F}" type="pres">
      <dgm:prSet presAssocID="{4567E03D-CC23-4ADC-89F4-AA3BEF842678}" presName="compNode" presStyleCnt="0"/>
      <dgm:spPr/>
    </dgm:pt>
    <dgm:pt modelId="{620D2EE8-1609-43EF-ACE6-E0C7BC782069}" type="pres">
      <dgm:prSet presAssocID="{4567E03D-CC23-4ADC-89F4-AA3BEF842678}" presName="bgRect" presStyleLbl="bgShp" presStyleIdx="1" presStyleCnt="3"/>
      <dgm:spPr/>
    </dgm:pt>
    <dgm:pt modelId="{4C0C739F-0A90-4507-BF1D-BFC922ED7A50}" type="pres">
      <dgm:prSet presAssocID="{4567E03D-CC23-4ADC-89F4-AA3BEF84267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eb Design"/>
        </a:ext>
      </dgm:extLst>
    </dgm:pt>
    <dgm:pt modelId="{43F85159-E516-4013-B794-47CF08AE55D3}" type="pres">
      <dgm:prSet presAssocID="{4567E03D-CC23-4ADC-89F4-AA3BEF842678}" presName="spaceRect" presStyleCnt="0"/>
      <dgm:spPr/>
    </dgm:pt>
    <dgm:pt modelId="{A1105149-2938-4DF1-8717-BEC2CD7F89D9}" type="pres">
      <dgm:prSet presAssocID="{4567E03D-CC23-4ADC-89F4-AA3BEF842678}" presName="parTx" presStyleLbl="revTx" presStyleIdx="1" presStyleCnt="3">
        <dgm:presLayoutVars>
          <dgm:chMax val="0"/>
          <dgm:chPref val="0"/>
        </dgm:presLayoutVars>
      </dgm:prSet>
      <dgm:spPr/>
    </dgm:pt>
    <dgm:pt modelId="{4FCD1ADB-858D-4682-9C60-3F6F2B8CBD74}" type="pres">
      <dgm:prSet presAssocID="{F1D746CD-3042-4242-B967-89DE1427A598}" presName="sibTrans" presStyleCnt="0"/>
      <dgm:spPr/>
    </dgm:pt>
    <dgm:pt modelId="{2363412B-526F-471C-A3D9-6BB6115FDED8}" type="pres">
      <dgm:prSet presAssocID="{4AA6DCBF-4816-4106-816B-AE34545A4BC5}" presName="compNode" presStyleCnt="0"/>
      <dgm:spPr/>
    </dgm:pt>
    <dgm:pt modelId="{AA776592-1549-4734-B128-74EF340F3E1A}" type="pres">
      <dgm:prSet presAssocID="{4AA6DCBF-4816-4106-816B-AE34545A4BC5}" presName="bgRect" presStyleLbl="bgShp" presStyleIdx="2" presStyleCnt="3"/>
      <dgm:spPr/>
    </dgm:pt>
    <dgm:pt modelId="{2EA17BF6-EF61-4467-B7E1-EC5ACA699E7D}" type="pres">
      <dgm:prSet presAssocID="{4AA6DCBF-4816-4106-816B-AE34545A4BC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ble"/>
        </a:ext>
      </dgm:extLst>
    </dgm:pt>
    <dgm:pt modelId="{30FECC8E-8ED4-482A-A5F8-EA2536312596}" type="pres">
      <dgm:prSet presAssocID="{4AA6DCBF-4816-4106-816B-AE34545A4BC5}" presName="spaceRect" presStyleCnt="0"/>
      <dgm:spPr/>
    </dgm:pt>
    <dgm:pt modelId="{90933552-B5A5-4EA6-B722-4A8AABF70F9D}" type="pres">
      <dgm:prSet presAssocID="{4AA6DCBF-4816-4106-816B-AE34545A4BC5}" presName="parTx" presStyleLbl="revTx" presStyleIdx="2" presStyleCnt="3">
        <dgm:presLayoutVars>
          <dgm:chMax val="0"/>
          <dgm:chPref val="0"/>
        </dgm:presLayoutVars>
      </dgm:prSet>
      <dgm:spPr/>
    </dgm:pt>
  </dgm:ptLst>
  <dgm:cxnLst>
    <dgm:cxn modelId="{3443902B-22BE-4958-98BA-2DFC62CD291D}" srcId="{C8C3021C-EC76-4E22-B51E-141D8B355209}" destId="{4AA6DCBF-4816-4106-816B-AE34545A4BC5}" srcOrd="2" destOrd="0" parTransId="{EFD9990B-AAAF-4A22-B2AE-1D9ED2EB1F04}" sibTransId="{24572637-C3E3-4FBC-800C-10FE263DDB0F}"/>
    <dgm:cxn modelId="{4EB4DE37-5C99-4E7F-A1EE-E15E22EA9918}" srcId="{C8C3021C-EC76-4E22-B51E-141D8B355209}" destId="{E18B1952-C1B3-4F9E-BF7A-370808B190B1}" srcOrd="0" destOrd="0" parTransId="{BF6F83FA-A33E-4B6F-AD3F-2674DFFEF591}" sibTransId="{4B414765-F095-4AF9-ABD8-4469A9DA785D}"/>
    <dgm:cxn modelId="{FA155E3A-C107-4E4F-96A2-DDFDBD2018E8}" srcId="{C8C3021C-EC76-4E22-B51E-141D8B355209}" destId="{4567E03D-CC23-4ADC-89F4-AA3BEF842678}" srcOrd="1" destOrd="0" parTransId="{1C5E406B-9BAB-4D2B-B435-683AAB7BA20B}" sibTransId="{F1D746CD-3042-4242-B967-89DE1427A598}"/>
    <dgm:cxn modelId="{313F0148-8A22-4312-9E2D-DFFCA234D1B2}" type="presOf" srcId="{4AA6DCBF-4816-4106-816B-AE34545A4BC5}" destId="{90933552-B5A5-4EA6-B722-4A8AABF70F9D}" srcOrd="0" destOrd="0" presId="urn:microsoft.com/office/officeart/2018/2/layout/IconVerticalSolidList"/>
    <dgm:cxn modelId="{0E6F6665-A31C-45F0-A9C8-DC428810E656}" type="presOf" srcId="{E18B1952-C1B3-4F9E-BF7A-370808B190B1}" destId="{E27B2E6E-53B9-4A68-BA71-9FC59353981A}" srcOrd="0" destOrd="0" presId="urn:microsoft.com/office/officeart/2018/2/layout/IconVerticalSolidList"/>
    <dgm:cxn modelId="{2305DB85-94ED-4DBF-9E4F-CC93E74B6B3B}" type="presOf" srcId="{4567E03D-CC23-4ADC-89F4-AA3BEF842678}" destId="{A1105149-2938-4DF1-8717-BEC2CD7F89D9}" srcOrd="0" destOrd="0" presId="urn:microsoft.com/office/officeart/2018/2/layout/IconVerticalSolidList"/>
    <dgm:cxn modelId="{20D7D4FA-D158-4C1A-B8F1-F73A1E4555CE}" type="presOf" srcId="{C8C3021C-EC76-4E22-B51E-141D8B355209}" destId="{2F83A266-8726-459E-BEBF-403DFD527FEB}" srcOrd="0" destOrd="0" presId="urn:microsoft.com/office/officeart/2018/2/layout/IconVerticalSolidList"/>
    <dgm:cxn modelId="{2450AFB7-FF72-4067-917A-D39EFE2E5B7D}" type="presParOf" srcId="{2F83A266-8726-459E-BEBF-403DFD527FEB}" destId="{F3B0349A-BC85-4B53-BD6D-C8385E778683}" srcOrd="0" destOrd="0" presId="urn:microsoft.com/office/officeart/2018/2/layout/IconVerticalSolidList"/>
    <dgm:cxn modelId="{9487D49F-5682-42A7-A5DF-9CAF7064183C}" type="presParOf" srcId="{F3B0349A-BC85-4B53-BD6D-C8385E778683}" destId="{0AE7591E-8256-40AF-BDBA-704838891632}" srcOrd="0" destOrd="0" presId="urn:microsoft.com/office/officeart/2018/2/layout/IconVerticalSolidList"/>
    <dgm:cxn modelId="{BA64F361-9544-49C9-B8CD-F3131A7202F7}" type="presParOf" srcId="{F3B0349A-BC85-4B53-BD6D-C8385E778683}" destId="{D6AC87FC-314E-4F32-AB95-A8D0F42F9458}" srcOrd="1" destOrd="0" presId="urn:microsoft.com/office/officeart/2018/2/layout/IconVerticalSolidList"/>
    <dgm:cxn modelId="{34FD49A5-C69A-4267-8E6C-6074A5E56AFD}" type="presParOf" srcId="{F3B0349A-BC85-4B53-BD6D-C8385E778683}" destId="{DE4C1F14-E10E-4952-8A90-F1841DE540C9}" srcOrd="2" destOrd="0" presId="urn:microsoft.com/office/officeart/2018/2/layout/IconVerticalSolidList"/>
    <dgm:cxn modelId="{40DBF74B-3FF9-42D2-BB7C-1629227C2534}" type="presParOf" srcId="{F3B0349A-BC85-4B53-BD6D-C8385E778683}" destId="{E27B2E6E-53B9-4A68-BA71-9FC59353981A}" srcOrd="3" destOrd="0" presId="urn:microsoft.com/office/officeart/2018/2/layout/IconVerticalSolidList"/>
    <dgm:cxn modelId="{9C6266B8-7DB1-43E4-88ED-F53E6C02A40E}" type="presParOf" srcId="{2F83A266-8726-459E-BEBF-403DFD527FEB}" destId="{F1856B58-00F9-4C63-852F-B7535242CD22}" srcOrd="1" destOrd="0" presId="urn:microsoft.com/office/officeart/2018/2/layout/IconVerticalSolidList"/>
    <dgm:cxn modelId="{CF2BA38A-5B88-4F2B-BF7F-328869EDA852}" type="presParOf" srcId="{2F83A266-8726-459E-BEBF-403DFD527FEB}" destId="{9BEE4C7F-7E77-455C-B58A-4EA6E3BE049F}" srcOrd="2" destOrd="0" presId="urn:microsoft.com/office/officeart/2018/2/layout/IconVerticalSolidList"/>
    <dgm:cxn modelId="{4A6FD6EF-211F-4F40-ADE6-A48888150B00}" type="presParOf" srcId="{9BEE4C7F-7E77-455C-B58A-4EA6E3BE049F}" destId="{620D2EE8-1609-43EF-ACE6-E0C7BC782069}" srcOrd="0" destOrd="0" presId="urn:microsoft.com/office/officeart/2018/2/layout/IconVerticalSolidList"/>
    <dgm:cxn modelId="{AEC23F3B-1905-43F7-9CD1-EA2747E6DB6B}" type="presParOf" srcId="{9BEE4C7F-7E77-455C-B58A-4EA6E3BE049F}" destId="{4C0C739F-0A90-4507-BF1D-BFC922ED7A50}" srcOrd="1" destOrd="0" presId="urn:microsoft.com/office/officeart/2018/2/layout/IconVerticalSolidList"/>
    <dgm:cxn modelId="{D9855258-A4E4-434E-A4DB-59986A4A016B}" type="presParOf" srcId="{9BEE4C7F-7E77-455C-B58A-4EA6E3BE049F}" destId="{43F85159-E516-4013-B794-47CF08AE55D3}" srcOrd="2" destOrd="0" presId="urn:microsoft.com/office/officeart/2018/2/layout/IconVerticalSolidList"/>
    <dgm:cxn modelId="{7B6BF589-053C-430E-9757-A2BFCE27375E}" type="presParOf" srcId="{9BEE4C7F-7E77-455C-B58A-4EA6E3BE049F}" destId="{A1105149-2938-4DF1-8717-BEC2CD7F89D9}" srcOrd="3" destOrd="0" presId="urn:microsoft.com/office/officeart/2018/2/layout/IconVerticalSolidList"/>
    <dgm:cxn modelId="{D47F7C21-3DE8-4E76-88B9-10D028EC95D8}" type="presParOf" srcId="{2F83A266-8726-459E-BEBF-403DFD527FEB}" destId="{4FCD1ADB-858D-4682-9C60-3F6F2B8CBD74}" srcOrd="3" destOrd="0" presId="urn:microsoft.com/office/officeart/2018/2/layout/IconVerticalSolidList"/>
    <dgm:cxn modelId="{F1490847-7AED-4489-A93E-8BFCD3CD6B25}" type="presParOf" srcId="{2F83A266-8726-459E-BEBF-403DFD527FEB}" destId="{2363412B-526F-471C-A3D9-6BB6115FDED8}" srcOrd="4" destOrd="0" presId="urn:microsoft.com/office/officeart/2018/2/layout/IconVerticalSolidList"/>
    <dgm:cxn modelId="{7DD4295A-ECEA-4931-AB48-11EFE72545D6}" type="presParOf" srcId="{2363412B-526F-471C-A3D9-6BB6115FDED8}" destId="{AA776592-1549-4734-B128-74EF340F3E1A}" srcOrd="0" destOrd="0" presId="urn:microsoft.com/office/officeart/2018/2/layout/IconVerticalSolidList"/>
    <dgm:cxn modelId="{3F5684E8-1A1F-4792-A61A-911169DDA193}" type="presParOf" srcId="{2363412B-526F-471C-A3D9-6BB6115FDED8}" destId="{2EA17BF6-EF61-4467-B7E1-EC5ACA699E7D}" srcOrd="1" destOrd="0" presId="urn:microsoft.com/office/officeart/2018/2/layout/IconVerticalSolidList"/>
    <dgm:cxn modelId="{88B8BF4B-3C79-481C-AA2F-8FEB13054A42}" type="presParOf" srcId="{2363412B-526F-471C-A3D9-6BB6115FDED8}" destId="{30FECC8E-8ED4-482A-A5F8-EA2536312596}" srcOrd="2" destOrd="0" presId="urn:microsoft.com/office/officeart/2018/2/layout/IconVerticalSolidList"/>
    <dgm:cxn modelId="{A8795E49-3434-40C4-B637-DDB36D7ABDB9}" type="presParOf" srcId="{2363412B-526F-471C-A3D9-6BB6115FDED8}" destId="{90933552-B5A5-4EA6-B722-4A8AABF70F9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541D2236-3048-4D5C-8D1A-D2C3E1AF9B5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165D9A7-CACA-4B74-A523-7FB0B1F73325}">
      <dgm:prSet/>
      <dgm:spPr/>
      <dgm:t>
        <a:bodyPr/>
        <a:lstStyle/>
        <a:p>
          <a:pPr>
            <a:lnSpc>
              <a:spcPct val="100000"/>
            </a:lnSpc>
          </a:pPr>
          <a:r>
            <a:rPr lang="en-US" b="0" i="0"/>
            <a:t>Functions that determine how the state will change in response to an action.</a:t>
          </a:r>
          <a:endParaRPr lang="en-US"/>
        </a:p>
      </dgm:t>
    </dgm:pt>
    <dgm:pt modelId="{F9A32882-8F48-44C5-A0F6-9352F17FD937}" type="parTrans" cxnId="{BA61E250-9A3B-4C29-B3F9-791376E6960F}">
      <dgm:prSet/>
      <dgm:spPr/>
      <dgm:t>
        <a:bodyPr/>
        <a:lstStyle/>
        <a:p>
          <a:endParaRPr lang="en-US"/>
        </a:p>
      </dgm:t>
    </dgm:pt>
    <dgm:pt modelId="{B972CAEC-30D8-4061-B39C-28C7A90BFC6E}" type="sibTrans" cxnId="{BA61E250-9A3B-4C29-B3F9-791376E6960F}">
      <dgm:prSet/>
      <dgm:spPr/>
      <dgm:t>
        <a:bodyPr/>
        <a:lstStyle/>
        <a:p>
          <a:endParaRPr lang="en-US"/>
        </a:p>
      </dgm:t>
    </dgm:pt>
    <dgm:pt modelId="{94A8D506-9E62-465E-A469-89DBEF58C171}">
      <dgm:prSet/>
      <dgm:spPr/>
      <dgm:t>
        <a:bodyPr/>
        <a:lstStyle/>
        <a:p>
          <a:pPr>
            <a:lnSpc>
              <a:spcPct val="100000"/>
            </a:lnSpc>
          </a:pPr>
          <a:r>
            <a:rPr lang="en-US" b="0" i="0"/>
            <a:t>Receive the current state and an action as arguments, and return a new state.</a:t>
          </a:r>
          <a:endParaRPr lang="en-US"/>
        </a:p>
      </dgm:t>
    </dgm:pt>
    <dgm:pt modelId="{1485CDFC-B378-417D-B89F-5F54C73C977E}" type="parTrans" cxnId="{1EF29DC9-501C-4C4D-872D-26A53CF9B83B}">
      <dgm:prSet/>
      <dgm:spPr/>
      <dgm:t>
        <a:bodyPr/>
        <a:lstStyle/>
        <a:p>
          <a:endParaRPr lang="en-US"/>
        </a:p>
      </dgm:t>
    </dgm:pt>
    <dgm:pt modelId="{EB7DC327-0A7A-4E7C-9726-A3EC7720B22D}" type="sibTrans" cxnId="{1EF29DC9-501C-4C4D-872D-26A53CF9B83B}">
      <dgm:prSet/>
      <dgm:spPr/>
      <dgm:t>
        <a:bodyPr/>
        <a:lstStyle/>
        <a:p>
          <a:endParaRPr lang="en-US"/>
        </a:p>
      </dgm:t>
    </dgm:pt>
    <dgm:pt modelId="{E3CBE8D6-7465-445D-BD84-46E3C586F33B}">
      <dgm:prSet/>
      <dgm:spPr/>
      <dgm:t>
        <a:bodyPr/>
        <a:lstStyle/>
        <a:p>
          <a:pPr>
            <a:lnSpc>
              <a:spcPct val="100000"/>
            </a:lnSpc>
          </a:pPr>
          <a:r>
            <a:rPr lang="en-US" b="0" i="0"/>
            <a:t>Must remain pure functions – no side effects or mutations.</a:t>
          </a:r>
          <a:endParaRPr lang="en-US"/>
        </a:p>
      </dgm:t>
    </dgm:pt>
    <dgm:pt modelId="{4EBAC393-5032-4ED4-A78F-F6B3C3B62A6B}" type="parTrans" cxnId="{97D99B95-E7DF-491A-B148-1E4A9CA07E41}">
      <dgm:prSet/>
      <dgm:spPr/>
      <dgm:t>
        <a:bodyPr/>
        <a:lstStyle/>
        <a:p>
          <a:endParaRPr lang="en-US"/>
        </a:p>
      </dgm:t>
    </dgm:pt>
    <dgm:pt modelId="{4C80FDE7-00A6-463C-8176-27E5E649806F}" type="sibTrans" cxnId="{97D99B95-E7DF-491A-B148-1E4A9CA07E41}">
      <dgm:prSet/>
      <dgm:spPr/>
      <dgm:t>
        <a:bodyPr/>
        <a:lstStyle/>
        <a:p>
          <a:endParaRPr lang="en-US"/>
        </a:p>
      </dgm:t>
    </dgm:pt>
    <dgm:pt modelId="{DBBCD1B2-3C37-41C7-BC81-E7EC1A43EF46}" type="pres">
      <dgm:prSet presAssocID="{541D2236-3048-4D5C-8D1A-D2C3E1AF9B57}" presName="root" presStyleCnt="0">
        <dgm:presLayoutVars>
          <dgm:dir/>
          <dgm:resizeHandles val="exact"/>
        </dgm:presLayoutVars>
      </dgm:prSet>
      <dgm:spPr/>
    </dgm:pt>
    <dgm:pt modelId="{17EC9198-5982-4B3A-B202-39B73CED7AAB}" type="pres">
      <dgm:prSet presAssocID="{2165D9A7-CACA-4B74-A523-7FB0B1F73325}" presName="compNode" presStyleCnt="0"/>
      <dgm:spPr/>
    </dgm:pt>
    <dgm:pt modelId="{ED379041-FA2D-4E68-A1EE-B24437A84001}" type="pres">
      <dgm:prSet presAssocID="{2165D9A7-CACA-4B74-A523-7FB0B1F73325}" presName="bgRect" presStyleLbl="bgShp" presStyleIdx="0" presStyleCnt="3"/>
      <dgm:spPr/>
    </dgm:pt>
    <dgm:pt modelId="{2A9E1123-7BCE-465F-B9D3-A0D19FC4DDDB}" type="pres">
      <dgm:prSet presAssocID="{2165D9A7-CACA-4B74-A523-7FB0B1F7332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rrow Circle"/>
        </a:ext>
      </dgm:extLst>
    </dgm:pt>
    <dgm:pt modelId="{2A7BC345-93EF-4CB2-BDF4-1E11ADA31260}" type="pres">
      <dgm:prSet presAssocID="{2165D9A7-CACA-4B74-A523-7FB0B1F73325}" presName="spaceRect" presStyleCnt="0"/>
      <dgm:spPr/>
    </dgm:pt>
    <dgm:pt modelId="{87B1FCC0-D315-44DA-A1C2-BAD9E102A70C}" type="pres">
      <dgm:prSet presAssocID="{2165D9A7-CACA-4B74-A523-7FB0B1F73325}" presName="parTx" presStyleLbl="revTx" presStyleIdx="0" presStyleCnt="3">
        <dgm:presLayoutVars>
          <dgm:chMax val="0"/>
          <dgm:chPref val="0"/>
        </dgm:presLayoutVars>
      </dgm:prSet>
      <dgm:spPr/>
    </dgm:pt>
    <dgm:pt modelId="{C88C8E61-F290-474E-ABE9-D4F636AD6706}" type="pres">
      <dgm:prSet presAssocID="{B972CAEC-30D8-4061-B39C-28C7A90BFC6E}" presName="sibTrans" presStyleCnt="0"/>
      <dgm:spPr/>
    </dgm:pt>
    <dgm:pt modelId="{C13B0191-002A-4B72-84E0-CA7B57122F15}" type="pres">
      <dgm:prSet presAssocID="{94A8D506-9E62-465E-A469-89DBEF58C171}" presName="compNode" presStyleCnt="0"/>
      <dgm:spPr/>
    </dgm:pt>
    <dgm:pt modelId="{3B9221C0-641C-481F-9705-2AEAD2297276}" type="pres">
      <dgm:prSet presAssocID="{94A8D506-9E62-465E-A469-89DBEF58C171}" presName="bgRect" presStyleLbl="bgShp" presStyleIdx="1" presStyleCnt="3"/>
      <dgm:spPr/>
    </dgm:pt>
    <dgm:pt modelId="{96478E21-AD1D-4981-BE42-C99A8933E240}" type="pres">
      <dgm:prSet presAssocID="{94A8D506-9E62-465E-A469-89DBEF58C17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lapper board"/>
        </a:ext>
      </dgm:extLst>
    </dgm:pt>
    <dgm:pt modelId="{DC72E692-9A0F-46EB-A523-A498F2FD6DD4}" type="pres">
      <dgm:prSet presAssocID="{94A8D506-9E62-465E-A469-89DBEF58C171}" presName="spaceRect" presStyleCnt="0"/>
      <dgm:spPr/>
    </dgm:pt>
    <dgm:pt modelId="{38876EAC-C7E2-47CA-90AB-635B8E9975D2}" type="pres">
      <dgm:prSet presAssocID="{94A8D506-9E62-465E-A469-89DBEF58C171}" presName="parTx" presStyleLbl="revTx" presStyleIdx="1" presStyleCnt="3">
        <dgm:presLayoutVars>
          <dgm:chMax val="0"/>
          <dgm:chPref val="0"/>
        </dgm:presLayoutVars>
      </dgm:prSet>
      <dgm:spPr/>
    </dgm:pt>
    <dgm:pt modelId="{1143F7E9-F7F2-4193-BA94-39638CA87C3F}" type="pres">
      <dgm:prSet presAssocID="{EB7DC327-0A7A-4E7C-9726-A3EC7720B22D}" presName="sibTrans" presStyleCnt="0"/>
      <dgm:spPr/>
    </dgm:pt>
    <dgm:pt modelId="{997549F5-6988-4AB5-9F01-7373E524F5F0}" type="pres">
      <dgm:prSet presAssocID="{E3CBE8D6-7465-445D-BD84-46E3C586F33B}" presName="compNode" presStyleCnt="0"/>
      <dgm:spPr/>
    </dgm:pt>
    <dgm:pt modelId="{6FE7A83F-3F76-4C2B-93F5-CA681C24EB02}" type="pres">
      <dgm:prSet presAssocID="{E3CBE8D6-7465-445D-BD84-46E3C586F33B}" presName="bgRect" presStyleLbl="bgShp" presStyleIdx="2" presStyleCnt="3"/>
      <dgm:spPr/>
    </dgm:pt>
    <dgm:pt modelId="{7269B064-A803-495A-83D5-EEF1AF13ABE0}" type="pres">
      <dgm:prSet presAssocID="{E3CBE8D6-7465-445D-BD84-46E3C586F33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NA"/>
        </a:ext>
      </dgm:extLst>
    </dgm:pt>
    <dgm:pt modelId="{83839558-47A2-4D4F-9CB0-EA6796C6658A}" type="pres">
      <dgm:prSet presAssocID="{E3CBE8D6-7465-445D-BD84-46E3C586F33B}" presName="spaceRect" presStyleCnt="0"/>
      <dgm:spPr/>
    </dgm:pt>
    <dgm:pt modelId="{A8FB36A0-6E68-470E-BE8B-048C45B87648}" type="pres">
      <dgm:prSet presAssocID="{E3CBE8D6-7465-445D-BD84-46E3C586F33B}" presName="parTx" presStyleLbl="revTx" presStyleIdx="2" presStyleCnt="3">
        <dgm:presLayoutVars>
          <dgm:chMax val="0"/>
          <dgm:chPref val="0"/>
        </dgm:presLayoutVars>
      </dgm:prSet>
      <dgm:spPr/>
    </dgm:pt>
  </dgm:ptLst>
  <dgm:cxnLst>
    <dgm:cxn modelId="{318B723F-F354-454F-ABF1-403EC5116928}" type="presOf" srcId="{2165D9A7-CACA-4B74-A523-7FB0B1F73325}" destId="{87B1FCC0-D315-44DA-A1C2-BAD9E102A70C}" srcOrd="0" destOrd="0" presId="urn:microsoft.com/office/officeart/2018/2/layout/IconVerticalSolidList"/>
    <dgm:cxn modelId="{CBF2E050-1828-4148-A745-1D3757D01DD9}" type="presOf" srcId="{E3CBE8D6-7465-445D-BD84-46E3C586F33B}" destId="{A8FB36A0-6E68-470E-BE8B-048C45B87648}" srcOrd="0" destOrd="0" presId="urn:microsoft.com/office/officeart/2018/2/layout/IconVerticalSolidList"/>
    <dgm:cxn modelId="{BA61E250-9A3B-4C29-B3F9-791376E6960F}" srcId="{541D2236-3048-4D5C-8D1A-D2C3E1AF9B57}" destId="{2165D9A7-CACA-4B74-A523-7FB0B1F73325}" srcOrd="0" destOrd="0" parTransId="{F9A32882-8F48-44C5-A0F6-9352F17FD937}" sibTransId="{B972CAEC-30D8-4061-B39C-28C7A90BFC6E}"/>
    <dgm:cxn modelId="{D6AE877D-6900-44E7-A2AC-A2F0F028B859}" type="presOf" srcId="{94A8D506-9E62-465E-A469-89DBEF58C171}" destId="{38876EAC-C7E2-47CA-90AB-635B8E9975D2}" srcOrd="0" destOrd="0" presId="urn:microsoft.com/office/officeart/2018/2/layout/IconVerticalSolidList"/>
    <dgm:cxn modelId="{97D99B95-E7DF-491A-B148-1E4A9CA07E41}" srcId="{541D2236-3048-4D5C-8D1A-D2C3E1AF9B57}" destId="{E3CBE8D6-7465-445D-BD84-46E3C586F33B}" srcOrd="2" destOrd="0" parTransId="{4EBAC393-5032-4ED4-A78F-F6B3C3B62A6B}" sibTransId="{4C80FDE7-00A6-463C-8176-27E5E649806F}"/>
    <dgm:cxn modelId="{A0FC5DAF-EB1D-402C-8A9A-7BD3362CC57B}" type="presOf" srcId="{541D2236-3048-4D5C-8D1A-D2C3E1AF9B57}" destId="{DBBCD1B2-3C37-41C7-BC81-E7EC1A43EF46}" srcOrd="0" destOrd="0" presId="urn:microsoft.com/office/officeart/2018/2/layout/IconVerticalSolidList"/>
    <dgm:cxn modelId="{1EF29DC9-501C-4C4D-872D-26A53CF9B83B}" srcId="{541D2236-3048-4D5C-8D1A-D2C3E1AF9B57}" destId="{94A8D506-9E62-465E-A469-89DBEF58C171}" srcOrd="1" destOrd="0" parTransId="{1485CDFC-B378-417D-B89F-5F54C73C977E}" sibTransId="{EB7DC327-0A7A-4E7C-9726-A3EC7720B22D}"/>
    <dgm:cxn modelId="{65B173E4-6A16-42CB-BDBC-F8DCF717FA53}" type="presParOf" srcId="{DBBCD1B2-3C37-41C7-BC81-E7EC1A43EF46}" destId="{17EC9198-5982-4B3A-B202-39B73CED7AAB}" srcOrd="0" destOrd="0" presId="urn:microsoft.com/office/officeart/2018/2/layout/IconVerticalSolidList"/>
    <dgm:cxn modelId="{078485B6-1B09-4255-8F46-ED06A78FE1F5}" type="presParOf" srcId="{17EC9198-5982-4B3A-B202-39B73CED7AAB}" destId="{ED379041-FA2D-4E68-A1EE-B24437A84001}" srcOrd="0" destOrd="0" presId="urn:microsoft.com/office/officeart/2018/2/layout/IconVerticalSolidList"/>
    <dgm:cxn modelId="{09D70485-2EFA-4E3E-9B23-3ABAC76B59E2}" type="presParOf" srcId="{17EC9198-5982-4B3A-B202-39B73CED7AAB}" destId="{2A9E1123-7BCE-465F-B9D3-A0D19FC4DDDB}" srcOrd="1" destOrd="0" presId="urn:microsoft.com/office/officeart/2018/2/layout/IconVerticalSolidList"/>
    <dgm:cxn modelId="{9C37CA1D-0A8D-4ED9-B627-E33EE4C3DBD9}" type="presParOf" srcId="{17EC9198-5982-4B3A-B202-39B73CED7AAB}" destId="{2A7BC345-93EF-4CB2-BDF4-1E11ADA31260}" srcOrd="2" destOrd="0" presId="urn:microsoft.com/office/officeart/2018/2/layout/IconVerticalSolidList"/>
    <dgm:cxn modelId="{B7B3F7F9-A2A4-4A7D-835E-D4469D658CD4}" type="presParOf" srcId="{17EC9198-5982-4B3A-B202-39B73CED7AAB}" destId="{87B1FCC0-D315-44DA-A1C2-BAD9E102A70C}" srcOrd="3" destOrd="0" presId="urn:microsoft.com/office/officeart/2018/2/layout/IconVerticalSolidList"/>
    <dgm:cxn modelId="{50F31DB9-326B-46D9-99DC-AC0554389C90}" type="presParOf" srcId="{DBBCD1B2-3C37-41C7-BC81-E7EC1A43EF46}" destId="{C88C8E61-F290-474E-ABE9-D4F636AD6706}" srcOrd="1" destOrd="0" presId="urn:microsoft.com/office/officeart/2018/2/layout/IconVerticalSolidList"/>
    <dgm:cxn modelId="{30C3BF3F-08C3-4092-8F92-1EC06135103F}" type="presParOf" srcId="{DBBCD1B2-3C37-41C7-BC81-E7EC1A43EF46}" destId="{C13B0191-002A-4B72-84E0-CA7B57122F15}" srcOrd="2" destOrd="0" presId="urn:microsoft.com/office/officeart/2018/2/layout/IconVerticalSolidList"/>
    <dgm:cxn modelId="{6B276ADD-3ECE-4A4E-BE50-5FE9D8517F6B}" type="presParOf" srcId="{C13B0191-002A-4B72-84E0-CA7B57122F15}" destId="{3B9221C0-641C-481F-9705-2AEAD2297276}" srcOrd="0" destOrd="0" presId="urn:microsoft.com/office/officeart/2018/2/layout/IconVerticalSolidList"/>
    <dgm:cxn modelId="{174793B0-C105-45F0-B107-6276EBE34429}" type="presParOf" srcId="{C13B0191-002A-4B72-84E0-CA7B57122F15}" destId="{96478E21-AD1D-4981-BE42-C99A8933E240}" srcOrd="1" destOrd="0" presId="urn:microsoft.com/office/officeart/2018/2/layout/IconVerticalSolidList"/>
    <dgm:cxn modelId="{5AA40828-BBDD-48E5-AF98-B1EA9D9F049A}" type="presParOf" srcId="{C13B0191-002A-4B72-84E0-CA7B57122F15}" destId="{DC72E692-9A0F-46EB-A523-A498F2FD6DD4}" srcOrd="2" destOrd="0" presId="urn:microsoft.com/office/officeart/2018/2/layout/IconVerticalSolidList"/>
    <dgm:cxn modelId="{F8C65ABA-6A96-492E-9BFA-6857D42978BE}" type="presParOf" srcId="{C13B0191-002A-4B72-84E0-CA7B57122F15}" destId="{38876EAC-C7E2-47CA-90AB-635B8E9975D2}" srcOrd="3" destOrd="0" presId="urn:microsoft.com/office/officeart/2018/2/layout/IconVerticalSolidList"/>
    <dgm:cxn modelId="{F4178554-E119-4D60-8599-508744994455}" type="presParOf" srcId="{DBBCD1B2-3C37-41C7-BC81-E7EC1A43EF46}" destId="{1143F7E9-F7F2-4193-BA94-39638CA87C3F}" srcOrd="3" destOrd="0" presId="urn:microsoft.com/office/officeart/2018/2/layout/IconVerticalSolidList"/>
    <dgm:cxn modelId="{9BA7731F-E26D-4EA4-8BA7-963A8EC3429E}" type="presParOf" srcId="{DBBCD1B2-3C37-41C7-BC81-E7EC1A43EF46}" destId="{997549F5-6988-4AB5-9F01-7373E524F5F0}" srcOrd="4" destOrd="0" presId="urn:microsoft.com/office/officeart/2018/2/layout/IconVerticalSolidList"/>
    <dgm:cxn modelId="{7EF330C8-D342-4D66-B9D8-D9946C0CA4FB}" type="presParOf" srcId="{997549F5-6988-4AB5-9F01-7373E524F5F0}" destId="{6FE7A83F-3F76-4C2B-93F5-CA681C24EB02}" srcOrd="0" destOrd="0" presId="urn:microsoft.com/office/officeart/2018/2/layout/IconVerticalSolidList"/>
    <dgm:cxn modelId="{4C3CBB4A-02C3-48EB-B79D-5A8083F599E2}" type="presParOf" srcId="{997549F5-6988-4AB5-9F01-7373E524F5F0}" destId="{7269B064-A803-495A-83D5-EEF1AF13ABE0}" srcOrd="1" destOrd="0" presId="urn:microsoft.com/office/officeart/2018/2/layout/IconVerticalSolidList"/>
    <dgm:cxn modelId="{9C12CCB9-903C-4334-8D83-B1ECEF2300B0}" type="presParOf" srcId="{997549F5-6988-4AB5-9F01-7373E524F5F0}" destId="{83839558-47A2-4D4F-9CB0-EA6796C6658A}" srcOrd="2" destOrd="0" presId="urn:microsoft.com/office/officeart/2018/2/layout/IconVerticalSolidList"/>
    <dgm:cxn modelId="{C31F8D48-163F-4221-8638-3E012F6ACBFD}" type="presParOf" srcId="{997549F5-6988-4AB5-9F01-7373E524F5F0}" destId="{A8FB36A0-6E68-470E-BE8B-048C45B8764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5CB003-52CC-BD4C-A5E0-3E2F9A7F6F84}">
      <dsp:nvSpPr>
        <dsp:cNvPr id="0" name=""/>
        <dsp:cNvSpPr/>
      </dsp:nvSpPr>
      <dsp:spPr>
        <a:xfrm>
          <a:off x="259314" y="142"/>
          <a:ext cx="1676176" cy="1005706"/>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Redux</a:t>
          </a:r>
        </a:p>
      </dsp:txBody>
      <dsp:txXfrm>
        <a:off x="259314" y="142"/>
        <a:ext cx="1676176" cy="1005706"/>
      </dsp:txXfrm>
    </dsp:sp>
    <dsp:sp modelId="{3CB72A23-0564-B84C-9DDE-BF0EF003CA65}">
      <dsp:nvSpPr>
        <dsp:cNvPr id="0" name=""/>
        <dsp:cNvSpPr/>
      </dsp:nvSpPr>
      <dsp:spPr>
        <a:xfrm>
          <a:off x="2103108" y="142"/>
          <a:ext cx="1676176" cy="1005706"/>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Component Lifecycle</a:t>
          </a:r>
        </a:p>
      </dsp:txBody>
      <dsp:txXfrm>
        <a:off x="2103108" y="142"/>
        <a:ext cx="1676176" cy="1005706"/>
      </dsp:txXfrm>
    </dsp:sp>
    <dsp:sp modelId="{C4422D93-AF59-8C4C-822A-CE0F409F2531}">
      <dsp:nvSpPr>
        <dsp:cNvPr id="0" name=""/>
        <dsp:cNvSpPr/>
      </dsp:nvSpPr>
      <dsp:spPr>
        <a:xfrm>
          <a:off x="259314" y="1173466"/>
          <a:ext cx="1676176" cy="1005706"/>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React Router</a:t>
          </a:r>
        </a:p>
      </dsp:txBody>
      <dsp:txXfrm>
        <a:off x="259314" y="1173466"/>
        <a:ext cx="1676176" cy="1005706"/>
      </dsp:txXfrm>
    </dsp:sp>
    <dsp:sp modelId="{29E90DF0-3128-F342-B19A-12D10D6D589F}">
      <dsp:nvSpPr>
        <dsp:cNvPr id="0" name=""/>
        <dsp:cNvSpPr/>
      </dsp:nvSpPr>
      <dsp:spPr>
        <a:xfrm>
          <a:off x="2103108" y="1173466"/>
          <a:ext cx="1676176" cy="1005706"/>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Server-side Rendering</a:t>
          </a:r>
        </a:p>
      </dsp:txBody>
      <dsp:txXfrm>
        <a:off x="2103108" y="1173466"/>
        <a:ext cx="1676176" cy="1005706"/>
      </dsp:txXfrm>
    </dsp:sp>
    <dsp:sp modelId="{AD253EAC-2C70-C64A-9E70-D6F014FD9D94}">
      <dsp:nvSpPr>
        <dsp:cNvPr id="0" name=""/>
        <dsp:cNvSpPr/>
      </dsp:nvSpPr>
      <dsp:spPr>
        <a:xfrm>
          <a:off x="259314" y="2346790"/>
          <a:ext cx="1676176" cy="1005706"/>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Code Splitting</a:t>
          </a:r>
        </a:p>
      </dsp:txBody>
      <dsp:txXfrm>
        <a:off x="259314" y="2346790"/>
        <a:ext cx="1676176" cy="1005706"/>
      </dsp:txXfrm>
    </dsp:sp>
    <dsp:sp modelId="{6A80433E-714B-F941-AA41-B9DEB215D5B9}">
      <dsp:nvSpPr>
        <dsp:cNvPr id="0" name=""/>
        <dsp:cNvSpPr/>
      </dsp:nvSpPr>
      <dsp:spPr>
        <a:xfrm>
          <a:off x="2103108" y="2346790"/>
          <a:ext cx="1676176" cy="1005706"/>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Micro-frontends</a:t>
          </a:r>
        </a:p>
      </dsp:txBody>
      <dsp:txXfrm>
        <a:off x="2103108" y="2346790"/>
        <a:ext cx="1676176" cy="1005706"/>
      </dsp:txXfrm>
    </dsp:sp>
    <dsp:sp modelId="{97706658-FA13-C445-AEF5-D7B2DBB1889E}">
      <dsp:nvSpPr>
        <dsp:cNvPr id="0" name=""/>
        <dsp:cNvSpPr/>
      </dsp:nvSpPr>
      <dsp:spPr>
        <a:xfrm>
          <a:off x="259314" y="3520114"/>
          <a:ext cx="1676176" cy="1005706"/>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Performance</a:t>
          </a:r>
        </a:p>
      </dsp:txBody>
      <dsp:txXfrm>
        <a:off x="259314" y="3520114"/>
        <a:ext cx="1676176" cy="1005706"/>
      </dsp:txXfrm>
    </dsp:sp>
    <dsp:sp modelId="{A6B5A0E5-69F3-544E-ABDE-62F842B0D7D4}">
      <dsp:nvSpPr>
        <dsp:cNvPr id="0" name=""/>
        <dsp:cNvSpPr/>
      </dsp:nvSpPr>
      <dsp:spPr>
        <a:xfrm>
          <a:off x="2103108" y="3520114"/>
          <a:ext cx="1676176" cy="1005706"/>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Security</a:t>
          </a:r>
        </a:p>
      </dsp:txBody>
      <dsp:txXfrm>
        <a:off x="2103108" y="3520114"/>
        <a:ext cx="1676176" cy="10057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3DF825-31D5-CA43-9BD2-F00729211D4D}">
      <dsp:nvSpPr>
        <dsp:cNvPr id="0" name=""/>
        <dsp:cNvSpPr/>
      </dsp:nvSpPr>
      <dsp:spPr>
        <a:xfrm>
          <a:off x="9447" y="870267"/>
          <a:ext cx="2550671" cy="76520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201560" tIns="201560" rIns="201560" bIns="201560" numCol="1" spcCol="1270" anchor="ctr" anchorCtr="0">
          <a:noAutofit/>
        </a:bodyPr>
        <a:lstStyle/>
        <a:p>
          <a:pPr marL="0" lvl="0" indent="0" algn="ctr" defTabSz="1111250">
            <a:lnSpc>
              <a:spcPct val="90000"/>
            </a:lnSpc>
            <a:spcBef>
              <a:spcPct val="0"/>
            </a:spcBef>
            <a:spcAft>
              <a:spcPct val="35000"/>
            </a:spcAft>
            <a:buNone/>
          </a:pPr>
          <a:r>
            <a:rPr lang="en-US" sz="2500" kern="1200"/>
            <a:t>Mounting</a:t>
          </a:r>
        </a:p>
      </dsp:txBody>
      <dsp:txXfrm>
        <a:off x="9447" y="870267"/>
        <a:ext cx="2550671" cy="765201"/>
      </dsp:txXfrm>
    </dsp:sp>
    <dsp:sp modelId="{49221F92-2415-EE41-9A60-FFB0D8ABD710}">
      <dsp:nvSpPr>
        <dsp:cNvPr id="0" name=""/>
        <dsp:cNvSpPr/>
      </dsp:nvSpPr>
      <dsp:spPr>
        <a:xfrm>
          <a:off x="9447" y="1635469"/>
          <a:ext cx="2550671" cy="184560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1950" tIns="251950" rIns="251950" bIns="251950" numCol="1" spcCol="1270" anchor="t" anchorCtr="0">
          <a:noAutofit/>
        </a:bodyPr>
        <a:lstStyle/>
        <a:p>
          <a:pPr marL="0" lvl="0" indent="0" algn="l" defTabSz="844550">
            <a:lnSpc>
              <a:spcPct val="90000"/>
            </a:lnSpc>
            <a:spcBef>
              <a:spcPct val="0"/>
            </a:spcBef>
            <a:spcAft>
              <a:spcPct val="35000"/>
            </a:spcAft>
            <a:buNone/>
          </a:pPr>
          <a:r>
            <a:rPr lang="en-US" sz="1900" kern="1200" dirty="0"/>
            <a:t>The component renders in the browser.</a:t>
          </a:r>
        </a:p>
      </dsp:txBody>
      <dsp:txXfrm>
        <a:off x="9447" y="1635469"/>
        <a:ext cx="2550671" cy="1845601"/>
      </dsp:txXfrm>
    </dsp:sp>
    <dsp:sp modelId="{1D0DEC83-6B88-6C46-BB89-E52314BBD6A5}">
      <dsp:nvSpPr>
        <dsp:cNvPr id="0" name=""/>
        <dsp:cNvSpPr/>
      </dsp:nvSpPr>
      <dsp:spPr>
        <a:xfrm>
          <a:off x="2668014" y="870267"/>
          <a:ext cx="2550671" cy="76520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201560" tIns="201560" rIns="201560" bIns="201560" numCol="1" spcCol="1270" anchor="ctr" anchorCtr="0">
          <a:noAutofit/>
        </a:bodyPr>
        <a:lstStyle/>
        <a:p>
          <a:pPr marL="0" lvl="0" indent="0" algn="ctr" defTabSz="1111250">
            <a:lnSpc>
              <a:spcPct val="90000"/>
            </a:lnSpc>
            <a:spcBef>
              <a:spcPct val="0"/>
            </a:spcBef>
            <a:spcAft>
              <a:spcPct val="35000"/>
            </a:spcAft>
            <a:buNone/>
          </a:pPr>
          <a:r>
            <a:rPr lang="en-US" sz="2500" kern="1200"/>
            <a:t>Updating</a:t>
          </a:r>
        </a:p>
      </dsp:txBody>
      <dsp:txXfrm>
        <a:off x="2668014" y="870267"/>
        <a:ext cx="2550671" cy="765201"/>
      </dsp:txXfrm>
    </dsp:sp>
    <dsp:sp modelId="{2F2A63A8-C2AD-A443-AAF3-C637A0BC9753}">
      <dsp:nvSpPr>
        <dsp:cNvPr id="0" name=""/>
        <dsp:cNvSpPr/>
      </dsp:nvSpPr>
      <dsp:spPr>
        <a:xfrm>
          <a:off x="2668014" y="1635469"/>
          <a:ext cx="2550671" cy="184560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1950" tIns="251950" rIns="251950" bIns="251950" numCol="1" spcCol="1270" anchor="t" anchorCtr="0">
          <a:noAutofit/>
        </a:bodyPr>
        <a:lstStyle/>
        <a:p>
          <a:pPr marL="0" lvl="0" indent="0" algn="l" defTabSz="844550">
            <a:lnSpc>
              <a:spcPct val="90000"/>
            </a:lnSpc>
            <a:spcBef>
              <a:spcPct val="0"/>
            </a:spcBef>
            <a:spcAft>
              <a:spcPct val="35000"/>
            </a:spcAft>
            <a:buNone/>
          </a:pPr>
          <a:r>
            <a:rPr lang="en-US" sz="1900" kern="1200" dirty="0"/>
            <a:t>The component receives new props or sets its state.</a:t>
          </a:r>
        </a:p>
      </dsp:txBody>
      <dsp:txXfrm>
        <a:off x="2668014" y="1635469"/>
        <a:ext cx="2550671" cy="1845601"/>
      </dsp:txXfrm>
    </dsp:sp>
    <dsp:sp modelId="{3F1B0024-3D3E-2947-8CB3-30DEE2949DE9}">
      <dsp:nvSpPr>
        <dsp:cNvPr id="0" name=""/>
        <dsp:cNvSpPr/>
      </dsp:nvSpPr>
      <dsp:spPr>
        <a:xfrm>
          <a:off x="5326580" y="870267"/>
          <a:ext cx="2550671" cy="76520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201560" tIns="201560" rIns="201560" bIns="201560" numCol="1" spcCol="1270" anchor="ctr" anchorCtr="0">
          <a:noAutofit/>
        </a:bodyPr>
        <a:lstStyle/>
        <a:p>
          <a:pPr marL="0" lvl="0" indent="0" algn="ctr" defTabSz="1111250">
            <a:lnSpc>
              <a:spcPct val="90000"/>
            </a:lnSpc>
            <a:spcBef>
              <a:spcPct val="0"/>
            </a:spcBef>
            <a:spcAft>
              <a:spcPct val="35000"/>
            </a:spcAft>
            <a:buNone/>
          </a:pPr>
          <a:r>
            <a:rPr lang="en-US" sz="2500" kern="1200"/>
            <a:t>Unmounting</a:t>
          </a:r>
        </a:p>
      </dsp:txBody>
      <dsp:txXfrm>
        <a:off x="5326580" y="870267"/>
        <a:ext cx="2550671" cy="765201"/>
      </dsp:txXfrm>
    </dsp:sp>
    <dsp:sp modelId="{67B57665-2679-D74C-B75D-B40E8EBFA2AA}">
      <dsp:nvSpPr>
        <dsp:cNvPr id="0" name=""/>
        <dsp:cNvSpPr/>
      </dsp:nvSpPr>
      <dsp:spPr>
        <a:xfrm>
          <a:off x="5326580" y="1635469"/>
          <a:ext cx="2550671" cy="184560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1950" tIns="251950" rIns="251950" bIns="251950" numCol="1" spcCol="1270" anchor="t" anchorCtr="0">
          <a:noAutofit/>
        </a:bodyPr>
        <a:lstStyle/>
        <a:p>
          <a:pPr marL="0" lvl="0" indent="0" algn="l" defTabSz="844550">
            <a:lnSpc>
              <a:spcPct val="90000"/>
            </a:lnSpc>
            <a:spcBef>
              <a:spcPct val="0"/>
            </a:spcBef>
            <a:spcAft>
              <a:spcPct val="35000"/>
            </a:spcAft>
            <a:buNone/>
          </a:pPr>
          <a:r>
            <a:rPr lang="en-US" sz="1900" kern="1200" dirty="0"/>
            <a:t>The component is removed from the browser.</a:t>
          </a:r>
        </a:p>
      </dsp:txBody>
      <dsp:txXfrm>
        <a:off x="5326580" y="1635469"/>
        <a:ext cx="2550671" cy="18456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AF69CE-FFC7-4A40-856B-CF3BC3C37A1D}">
      <dsp:nvSpPr>
        <dsp:cNvPr id="0" name=""/>
        <dsp:cNvSpPr/>
      </dsp:nvSpPr>
      <dsp:spPr>
        <a:xfrm>
          <a:off x="0" y="735468"/>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68334E-F00C-4B59-B475-07E25DE71FAF}">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DDDD4E-7A11-4CFD-B2E6-D103BF414939}">
      <dsp:nvSpPr>
        <dsp:cNvPr id="0" name=""/>
        <dsp:cNvSpPr/>
      </dsp:nvSpPr>
      <dsp:spPr>
        <a:xfrm>
          <a:off x="1568246" y="735468"/>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t>What is Component Lifecycle?</a:t>
          </a:r>
        </a:p>
      </dsp:txBody>
      <dsp:txXfrm>
        <a:off x="1568246" y="735468"/>
        <a:ext cx="6661353" cy="1357788"/>
      </dsp:txXfrm>
    </dsp:sp>
    <dsp:sp modelId="{1B115C54-5710-4A46-A184-C9A4B13C7433}">
      <dsp:nvSpPr>
        <dsp:cNvPr id="0" name=""/>
        <dsp:cNvSpPr/>
      </dsp:nvSpPr>
      <dsp:spPr>
        <a:xfrm>
          <a:off x="0" y="2432705"/>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14BCCE-95C0-4DC4-B53A-8E6FF5990BEF}">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24A980-9CDE-43F0-B48B-A64B1642A3EA}">
      <dsp:nvSpPr>
        <dsp:cNvPr id="0" name=""/>
        <dsp:cNvSpPr/>
      </dsp:nvSpPr>
      <dsp:spPr>
        <a:xfrm>
          <a:off x="1568246" y="2432705"/>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t>Importance in React Development</a:t>
          </a:r>
        </a:p>
      </dsp:txBody>
      <dsp:txXfrm>
        <a:off x="1568246" y="2432705"/>
        <a:ext cx="6661353" cy="13577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531E6F-4BD4-7748-B3B2-01A8327A5FC0}">
      <dsp:nvSpPr>
        <dsp:cNvPr id="0" name=""/>
        <dsp:cNvSpPr/>
      </dsp:nvSpPr>
      <dsp:spPr>
        <a:xfrm>
          <a:off x="0" y="14511"/>
          <a:ext cx="8229600" cy="10313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constructor()</a:t>
          </a:r>
        </a:p>
      </dsp:txBody>
      <dsp:txXfrm>
        <a:off x="50347" y="64858"/>
        <a:ext cx="8128906" cy="930660"/>
      </dsp:txXfrm>
    </dsp:sp>
    <dsp:sp modelId="{4A2767D4-5082-204D-84FC-80158AE0D3C4}">
      <dsp:nvSpPr>
        <dsp:cNvPr id="0" name=""/>
        <dsp:cNvSpPr/>
      </dsp:nvSpPr>
      <dsp:spPr>
        <a:xfrm>
          <a:off x="0" y="1169706"/>
          <a:ext cx="8229600" cy="10313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static getDerivedStateFromProps()</a:t>
          </a:r>
        </a:p>
      </dsp:txBody>
      <dsp:txXfrm>
        <a:off x="50347" y="1220053"/>
        <a:ext cx="8128906" cy="930660"/>
      </dsp:txXfrm>
    </dsp:sp>
    <dsp:sp modelId="{8587A2A5-E6D5-C642-BFBB-BEDADC15E92A}">
      <dsp:nvSpPr>
        <dsp:cNvPr id="0" name=""/>
        <dsp:cNvSpPr/>
      </dsp:nvSpPr>
      <dsp:spPr>
        <a:xfrm>
          <a:off x="0" y="2324901"/>
          <a:ext cx="8229600" cy="10313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render()</a:t>
          </a:r>
        </a:p>
      </dsp:txBody>
      <dsp:txXfrm>
        <a:off x="50347" y="2375248"/>
        <a:ext cx="8128906" cy="930660"/>
      </dsp:txXfrm>
    </dsp:sp>
    <dsp:sp modelId="{D56E6C69-5C79-0548-BBCB-E92B73F89E38}">
      <dsp:nvSpPr>
        <dsp:cNvPr id="0" name=""/>
        <dsp:cNvSpPr/>
      </dsp:nvSpPr>
      <dsp:spPr>
        <a:xfrm>
          <a:off x="0" y="3480096"/>
          <a:ext cx="8229600" cy="10313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componentDidMount()</a:t>
          </a:r>
        </a:p>
      </dsp:txBody>
      <dsp:txXfrm>
        <a:off x="50347" y="3530443"/>
        <a:ext cx="8128906" cy="9306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418906-3EB8-A846-ABC5-66F9C6B0846E}">
      <dsp:nvSpPr>
        <dsp:cNvPr id="0" name=""/>
        <dsp:cNvSpPr/>
      </dsp:nvSpPr>
      <dsp:spPr>
        <a:xfrm>
          <a:off x="0" y="28416"/>
          <a:ext cx="8229600" cy="8154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static getDerivedStateFromProps()</a:t>
          </a:r>
        </a:p>
      </dsp:txBody>
      <dsp:txXfrm>
        <a:off x="39809" y="68225"/>
        <a:ext cx="8149982" cy="735872"/>
      </dsp:txXfrm>
    </dsp:sp>
    <dsp:sp modelId="{A58092F6-64B0-6A4C-AE36-36D71D560661}">
      <dsp:nvSpPr>
        <dsp:cNvPr id="0" name=""/>
        <dsp:cNvSpPr/>
      </dsp:nvSpPr>
      <dsp:spPr>
        <a:xfrm>
          <a:off x="0" y="941826"/>
          <a:ext cx="8229600" cy="8154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shouldComponentUpdate()</a:t>
          </a:r>
        </a:p>
      </dsp:txBody>
      <dsp:txXfrm>
        <a:off x="39809" y="981635"/>
        <a:ext cx="8149982" cy="735872"/>
      </dsp:txXfrm>
    </dsp:sp>
    <dsp:sp modelId="{AD580EA5-0AAC-544D-AEA8-71218B7E527B}">
      <dsp:nvSpPr>
        <dsp:cNvPr id="0" name=""/>
        <dsp:cNvSpPr/>
      </dsp:nvSpPr>
      <dsp:spPr>
        <a:xfrm>
          <a:off x="0" y="1855236"/>
          <a:ext cx="8229600" cy="8154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render()</a:t>
          </a:r>
        </a:p>
      </dsp:txBody>
      <dsp:txXfrm>
        <a:off x="39809" y="1895045"/>
        <a:ext cx="8149982" cy="735872"/>
      </dsp:txXfrm>
    </dsp:sp>
    <dsp:sp modelId="{48D3D7CA-4DF1-2242-898E-73BCDDB8B473}">
      <dsp:nvSpPr>
        <dsp:cNvPr id="0" name=""/>
        <dsp:cNvSpPr/>
      </dsp:nvSpPr>
      <dsp:spPr>
        <a:xfrm>
          <a:off x="0" y="2768646"/>
          <a:ext cx="8229600" cy="8154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getSnapshotBeforeUpdate()</a:t>
          </a:r>
        </a:p>
      </dsp:txBody>
      <dsp:txXfrm>
        <a:off x="39809" y="2808455"/>
        <a:ext cx="8149982" cy="735872"/>
      </dsp:txXfrm>
    </dsp:sp>
    <dsp:sp modelId="{3AF9F07D-8742-AC45-832B-3619B03AE8DB}">
      <dsp:nvSpPr>
        <dsp:cNvPr id="0" name=""/>
        <dsp:cNvSpPr/>
      </dsp:nvSpPr>
      <dsp:spPr>
        <a:xfrm>
          <a:off x="0" y="3682056"/>
          <a:ext cx="8229600" cy="8154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componentDidUpdate()</a:t>
          </a:r>
        </a:p>
      </dsp:txBody>
      <dsp:txXfrm>
        <a:off x="39809" y="3721865"/>
        <a:ext cx="8149982" cy="73587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F8D7F9-809C-4377-947B-A17409EABF2A}">
      <dsp:nvSpPr>
        <dsp:cNvPr id="0" name=""/>
        <dsp:cNvSpPr/>
      </dsp:nvSpPr>
      <dsp:spPr>
        <a:xfrm>
          <a:off x="0" y="735468"/>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A03D5D-2886-4595-85B1-7DA2D603781D}">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C2FFD1-044B-42E8-94F2-4E041F49D7A7}">
      <dsp:nvSpPr>
        <dsp:cNvPr id="0" name=""/>
        <dsp:cNvSpPr/>
      </dsp:nvSpPr>
      <dsp:spPr>
        <a:xfrm>
          <a:off x="1568246" y="735468"/>
          <a:ext cx="3703320"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t>componentWillUnmount()</a:t>
          </a:r>
        </a:p>
      </dsp:txBody>
      <dsp:txXfrm>
        <a:off x="1568246" y="735468"/>
        <a:ext cx="3703320" cy="1357788"/>
      </dsp:txXfrm>
    </dsp:sp>
    <dsp:sp modelId="{2FB00A13-3315-45A6-9C55-D2512648C8C8}">
      <dsp:nvSpPr>
        <dsp:cNvPr id="0" name=""/>
        <dsp:cNvSpPr/>
      </dsp:nvSpPr>
      <dsp:spPr>
        <a:xfrm>
          <a:off x="5271566" y="735468"/>
          <a:ext cx="295803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755650">
            <a:lnSpc>
              <a:spcPct val="100000"/>
            </a:lnSpc>
            <a:spcBef>
              <a:spcPct val="0"/>
            </a:spcBef>
            <a:spcAft>
              <a:spcPct val="35000"/>
            </a:spcAft>
            <a:buNone/>
          </a:pPr>
          <a:r>
            <a:rPr lang="en-US" sz="1700" kern="1200"/>
            <a:t>Called just before the component is removed from the DOM</a:t>
          </a:r>
        </a:p>
      </dsp:txBody>
      <dsp:txXfrm>
        <a:off x="5271566" y="735468"/>
        <a:ext cx="2958033" cy="1357788"/>
      </dsp:txXfrm>
    </dsp:sp>
    <dsp:sp modelId="{7862E24F-B333-489A-A6E3-33DDA21ABEF3}">
      <dsp:nvSpPr>
        <dsp:cNvPr id="0" name=""/>
        <dsp:cNvSpPr/>
      </dsp:nvSpPr>
      <dsp:spPr>
        <a:xfrm>
          <a:off x="0" y="2432705"/>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B256AA-AF0A-452D-9961-941EA999DFA0}">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12686C-2D7F-4FA8-9989-6A9C69C86188}">
      <dsp:nvSpPr>
        <dsp:cNvPr id="0" name=""/>
        <dsp:cNvSpPr/>
      </dsp:nvSpPr>
      <dsp:spPr>
        <a:xfrm>
          <a:off x="1568246" y="2432705"/>
          <a:ext cx="3703320"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t>Best practices</a:t>
          </a:r>
        </a:p>
      </dsp:txBody>
      <dsp:txXfrm>
        <a:off x="1568246" y="2432705"/>
        <a:ext cx="3703320" cy="1357788"/>
      </dsp:txXfrm>
    </dsp:sp>
    <dsp:sp modelId="{137039F7-0E4A-45D7-A371-0688ECB9FC09}">
      <dsp:nvSpPr>
        <dsp:cNvPr id="0" name=""/>
        <dsp:cNvSpPr/>
      </dsp:nvSpPr>
      <dsp:spPr>
        <a:xfrm>
          <a:off x="5271566" y="2432705"/>
          <a:ext cx="295803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755650">
            <a:lnSpc>
              <a:spcPct val="100000"/>
            </a:lnSpc>
            <a:spcBef>
              <a:spcPct val="0"/>
            </a:spcBef>
            <a:spcAft>
              <a:spcPct val="35000"/>
            </a:spcAft>
            <a:buNone/>
          </a:pPr>
          <a:r>
            <a:rPr lang="en-US" sz="1700" kern="1200"/>
            <a:t>Use for cleaning up side-effects initiated in other lifecycle methods (timers or event listeners).</a:t>
          </a:r>
        </a:p>
      </dsp:txBody>
      <dsp:txXfrm>
        <a:off x="5271566" y="2432705"/>
        <a:ext cx="2958033" cy="135778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D1E8E2-2547-406C-BD52-FD0F70A80426}">
      <dsp:nvSpPr>
        <dsp:cNvPr id="0" name=""/>
        <dsp:cNvSpPr/>
      </dsp:nvSpPr>
      <dsp:spPr>
        <a:xfrm>
          <a:off x="0" y="735468"/>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8170AD-0AD9-4C45-9E58-4E75F9F0D7D1}">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91ACF1-8B64-4B0A-8A3E-1039F4C7981A}">
      <dsp:nvSpPr>
        <dsp:cNvPr id="0" name=""/>
        <dsp:cNvSpPr/>
      </dsp:nvSpPr>
      <dsp:spPr>
        <a:xfrm>
          <a:off x="1568246" y="735468"/>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t>static getDerivedStateFromError()</a:t>
          </a:r>
        </a:p>
      </dsp:txBody>
      <dsp:txXfrm>
        <a:off x="1568246" y="735468"/>
        <a:ext cx="6661353" cy="1357788"/>
      </dsp:txXfrm>
    </dsp:sp>
    <dsp:sp modelId="{9AAB89F5-DD06-4221-A9F8-47EDA8E93C27}">
      <dsp:nvSpPr>
        <dsp:cNvPr id="0" name=""/>
        <dsp:cNvSpPr/>
      </dsp:nvSpPr>
      <dsp:spPr>
        <a:xfrm>
          <a:off x="0" y="2432705"/>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3CA919-7DD8-4194-B023-959652CC5A4B}">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B4D19B-3110-498C-93F2-6D86B6171751}">
      <dsp:nvSpPr>
        <dsp:cNvPr id="0" name=""/>
        <dsp:cNvSpPr/>
      </dsp:nvSpPr>
      <dsp:spPr>
        <a:xfrm>
          <a:off x="1568246" y="2432705"/>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t>componentDidCatch()</a:t>
          </a:r>
        </a:p>
      </dsp:txBody>
      <dsp:txXfrm>
        <a:off x="1568246" y="2432705"/>
        <a:ext cx="6661353" cy="135778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C279A5-D839-4E20-866A-CEB8305B8C4F}">
      <dsp:nvSpPr>
        <dsp:cNvPr id="0" name=""/>
        <dsp:cNvSpPr/>
      </dsp:nvSpPr>
      <dsp:spPr>
        <a:xfrm>
          <a:off x="0" y="735468"/>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113068-55EA-4D52-8876-45249C4EF6AB}">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FED7EA-32C4-47AF-B668-1EAB8B4A4AB8}">
      <dsp:nvSpPr>
        <dsp:cNvPr id="0" name=""/>
        <dsp:cNvSpPr/>
      </dsp:nvSpPr>
      <dsp:spPr>
        <a:xfrm>
          <a:off x="1568246" y="735468"/>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t>useEffect()</a:t>
          </a:r>
        </a:p>
      </dsp:txBody>
      <dsp:txXfrm>
        <a:off x="1568246" y="735468"/>
        <a:ext cx="6661353" cy="1357788"/>
      </dsp:txXfrm>
    </dsp:sp>
    <dsp:sp modelId="{0E3D5D83-7CC5-461E-AFCA-93937E56FB64}">
      <dsp:nvSpPr>
        <dsp:cNvPr id="0" name=""/>
        <dsp:cNvSpPr/>
      </dsp:nvSpPr>
      <dsp:spPr>
        <a:xfrm>
          <a:off x="0" y="2432705"/>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9F44FB-0E19-4D36-B510-7497B5C2833D}">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534728-B067-4D6B-AC70-168E7831431D}">
      <dsp:nvSpPr>
        <dsp:cNvPr id="0" name=""/>
        <dsp:cNvSpPr/>
      </dsp:nvSpPr>
      <dsp:spPr>
        <a:xfrm>
          <a:off x="1568246" y="2432705"/>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t>useState()</a:t>
          </a:r>
        </a:p>
      </dsp:txBody>
      <dsp:txXfrm>
        <a:off x="1568246" y="2432705"/>
        <a:ext cx="6661353" cy="135778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28CDD-424D-4B7E-9A32-7A9D39626B3F}">
      <dsp:nvSpPr>
        <dsp:cNvPr id="0" name=""/>
        <dsp:cNvSpPr/>
      </dsp:nvSpPr>
      <dsp:spPr>
        <a:xfrm>
          <a:off x="0" y="1808"/>
          <a:ext cx="78867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A86A7B-495D-41D8-9927-D70E021C5511}">
      <dsp:nvSpPr>
        <dsp:cNvPr id="0" name=""/>
        <dsp:cNvSpPr/>
      </dsp:nvSpPr>
      <dsp:spPr>
        <a:xfrm>
          <a:off x="277275" y="208046"/>
          <a:ext cx="504136" cy="5041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BAB1C8B-D920-4C7D-94C7-6D8BA1C54010}">
      <dsp:nvSpPr>
        <dsp:cNvPr id="0" name=""/>
        <dsp:cNvSpPr/>
      </dsp:nvSpPr>
      <dsp:spPr>
        <a:xfrm>
          <a:off x="1058686" y="180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b="1" i="0" kern="1200"/>
            <a:t>Avoid Heavy Computations in render Method</a:t>
          </a:r>
          <a:r>
            <a:rPr lang="en-US" sz="1700" b="0" i="0" kern="1200"/>
            <a:t>: Offload heavy calculations to lifecycle methods to avoid unnecessary re-renders.</a:t>
          </a:r>
          <a:endParaRPr lang="en-US" sz="1700" kern="1200"/>
        </a:p>
      </dsp:txBody>
      <dsp:txXfrm>
        <a:off x="1058686" y="1808"/>
        <a:ext cx="6828013" cy="916611"/>
      </dsp:txXfrm>
    </dsp:sp>
    <dsp:sp modelId="{00181292-A97F-4C0B-B37A-8B81321CD8F6}">
      <dsp:nvSpPr>
        <dsp:cNvPr id="0" name=""/>
        <dsp:cNvSpPr/>
      </dsp:nvSpPr>
      <dsp:spPr>
        <a:xfrm>
          <a:off x="0" y="1147573"/>
          <a:ext cx="78867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1BE2F2-7956-4502-B97A-097FAE20C952}">
      <dsp:nvSpPr>
        <dsp:cNvPr id="0" name=""/>
        <dsp:cNvSpPr/>
      </dsp:nvSpPr>
      <dsp:spPr>
        <a:xfrm>
          <a:off x="277275" y="1353811"/>
          <a:ext cx="504136" cy="5041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80244D1-6BD5-4CAA-98EE-B98AC2588351}">
      <dsp:nvSpPr>
        <dsp:cNvPr id="0" name=""/>
        <dsp:cNvSpPr/>
      </dsp:nvSpPr>
      <dsp:spPr>
        <a:xfrm>
          <a:off x="1058686" y="114757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b="1" i="0" kern="1200"/>
            <a:t>Use componentDidMount for API Calls</a:t>
          </a:r>
          <a:r>
            <a:rPr lang="en-US" sz="1700" b="0" i="0" kern="1200"/>
            <a:t>: Fetching data in this method ensures that the component has mounted before attempting network requests.</a:t>
          </a:r>
          <a:endParaRPr lang="en-US" sz="1700" kern="1200"/>
        </a:p>
      </dsp:txBody>
      <dsp:txXfrm>
        <a:off x="1058686" y="1147573"/>
        <a:ext cx="6828013" cy="916611"/>
      </dsp:txXfrm>
    </dsp:sp>
    <dsp:sp modelId="{1FEF601B-54A1-4539-BA20-18E6429F5DD0}">
      <dsp:nvSpPr>
        <dsp:cNvPr id="0" name=""/>
        <dsp:cNvSpPr/>
      </dsp:nvSpPr>
      <dsp:spPr>
        <a:xfrm>
          <a:off x="0" y="2293338"/>
          <a:ext cx="78867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14422F-8F32-4A5E-9388-EC55DD9C31B5}">
      <dsp:nvSpPr>
        <dsp:cNvPr id="0" name=""/>
        <dsp:cNvSpPr/>
      </dsp:nvSpPr>
      <dsp:spPr>
        <a:xfrm>
          <a:off x="277275" y="2499576"/>
          <a:ext cx="504136" cy="5041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C176844-59EF-4BFB-9771-B2BE5D8D5CE6}">
      <dsp:nvSpPr>
        <dsp:cNvPr id="0" name=""/>
        <dsp:cNvSpPr/>
      </dsp:nvSpPr>
      <dsp:spPr>
        <a:xfrm>
          <a:off x="1058686" y="229333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b="1" i="0" kern="1200"/>
            <a:t>Optimize Child Components</a:t>
          </a:r>
          <a:r>
            <a:rPr lang="en-US" sz="1700" b="0" i="0" kern="1200"/>
            <a:t>: Utilize React.memo or PureComponent for functional and class components, respectively.</a:t>
          </a:r>
          <a:endParaRPr lang="en-US" sz="1700" kern="1200"/>
        </a:p>
      </dsp:txBody>
      <dsp:txXfrm>
        <a:off x="1058686" y="2293338"/>
        <a:ext cx="6828013" cy="916611"/>
      </dsp:txXfrm>
    </dsp:sp>
    <dsp:sp modelId="{032F76CC-5E0E-4F9B-A81B-B3E26CED801D}">
      <dsp:nvSpPr>
        <dsp:cNvPr id="0" name=""/>
        <dsp:cNvSpPr/>
      </dsp:nvSpPr>
      <dsp:spPr>
        <a:xfrm>
          <a:off x="0" y="3439103"/>
          <a:ext cx="78867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89A9B7-26DC-4815-A772-F7B82CBBB00B}">
      <dsp:nvSpPr>
        <dsp:cNvPr id="0" name=""/>
        <dsp:cNvSpPr/>
      </dsp:nvSpPr>
      <dsp:spPr>
        <a:xfrm>
          <a:off x="277275" y="3645341"/>
          <a:ext cx="504136" cy="5041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2E0C4A-CEC0-41BA-8D9C-F6A0D1DA5240}">
      <dsp:nvSpPr>
        <dsp:cNvPr id="0" name=""/>
        <dsp:cNvSpPr/>
      </dsp:nvSpPr>
      <dsp:spPr>
        <a:xfrm>
          <a:off x="1058686" y="343910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b="1" i="0" kern="1200"/>
            <a:t>Cleanup in componentWillUnmount</a:t>
          </a:r>
          <a:r>
            <a:rPr lang="en-US" sz="1700" b="0" i="0" kern="1200"/>
            <a:t>: Always remove event listeners, cancel network requests, and invalidate timers before a component unmounts.</a:t>
          </a:r>
          <a:endParaRPr lang="en-US" sz="1700" kern="1200"/>
        </a:p>
      </dsp:txBody>
      <dsp:txXfrm>
        <a:off x="1058686" y="3439103"/>
        <a:ext cx="6828013" cy="91661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B0AC75-C21D-4277-B9BD-1BC0A114270B}">
      <dsp:nvSpPr>
        <dsp:cNvPr id="0" name=""/>
        <dsp:cNvSpPr/>
      </dsp:nvSpPr>
      <dsp:spPr>
        <a:xfrm>
          <a:off x="0" y="3535"/>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36BDE9-62F8-4D7E-9C7C-BAA0DBE04869}">
      <dsp:nvSpPr>
        <dsp:cNvPr id="0" name=""/>
        <dsp:cNvSpPr/>
      </dsp:nvSpPr>
      <dsp:spPr>
        <a:xfrm>
          <a:off x="227827" y="172994"/>
          <a:ext cx="414231" cy="4142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769909-E70E-40F0-88D9-AA468EB24C39}">
      <dsp:nvSpPr>
        <dsp:cNvPr id="0" name=""/>
        <dsp:cNvSpPr/>
      </dsp:nvSpPr>
      <dsp:spPr>
        <a:xfrm>
          <a:off x="869886" y="3535"/>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100000"/>
            </a:lnSpc>
            <a:spcBef>
              <a:spcPct val="0"/>
            </a:spcBef>
            <a:spcAft>
              <a:spcPct val="35000"/>
            </a:spcAft>
            <a:buNone/>
          </a:pPr>
          <a:r>
            <a:rPr lang="en-US" sz="1900" kern="1200"/>
            <a:t>JavaScript classes that extend React.Component</a:t>
          </a:r>
        </a:p>
      </dsp:txBody>
      <dsp:txXfrm>
        <a:off x="869886" y="3535"/>
        <a:ext cx="7359713" cy="753148"/>
      </dsp:txXfrm>
    </dsp:sp>
    <dsp:sp modelId="{81662F5E-94F1-4E71-BC89-369D74D4E92F}">
      <dsp:nvSpPr>
        <dsp:cNvPr id="0" name=""/>
        <dsp:cNvSpPr/>
      </dsp:nvSpPr>
      <dsp:spPr>
        <a:xfrm>
          <a:off x="0" y="944971"/>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2DE772-1107-41AC-B812-3EE5814C686C}">
      <dsp:nvSpPr>
        <dsp:cNvPr id="0" name=""/>
        <dsp:cNvSpPr/>
      </dsp:nvSpPr>
      <dsp:spPr>
        <a:xfrm>
          <a:off x="227827" y="1114429"/>
          <a:ext cx="414231" cy="4142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5F7FA9-5121-4453-94DC-56BEDF8D8445}">
      <dsp:nvSpPr>
        <dsp:cNvPr id="0" name=""/>
        <dsp:cNvSpPr/>
      </dsp:nvSpPr>
      <dsp:spPr>
        <a:xfrm>
          <a:off x="869886" y="944971"/>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100000"/>
            </a:lnSpc>
            <a:spcBef>
              <a:spcPct val="0"/>
            </a:spcBef>
            <a:spcAft>
              <a:spcPct val="35000"/>
            </a:spcAft>
            <a:buNone/>
          </a:pPr>
          <a:r>
            <a:rPr lang="en-US" sz="1900" kern="1200"/>
            <a:t>Can hold and manage state.</a:t>
          </a:r>
        </a:p>
      </dsp:txBody>
      <dsp:txXfrm>
        <a:off x="869886" y="944971"/>
        <a:ext cx="7359713" cy="753148"/>
      </dsp:txXfrm>
    </dsp:sp>
    <dsp:sp modelId="{ED828DA5-791C-49CA-A8E9-6A74AC21640C}">
      <dsp:nvSpPr>
        <dsp:cNvPr id="0" name=""/>
        <dsp:cNvSpPr/>
      </dsp:nvSpPr>
      <dsp:spPr>
        <a:xfrm>
          <a:off x="0" y="1886407"/>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0203C6-457F-4F49-ACED-04B7E7EAF2C0}">
      <dsp:nvSpPr>
        <dsp:cNvPr id="0" name=""/>
        <dsp:cNvSpPr/>
      </dsp:nvSpPr>
      <dsp:spPr>
        <a:xfrm>
          <a:off x="227827" y="2055865"/>
          <a:ext cx="414231" cy="4142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3183C5-B5D9-4AD3-BEC4-2413AB868702}">
      <dsp:nvSpPr>
        <dsp:cNvPr id="0" name=""/>
        <dsp:cNvSpPr/>
      </dsp:nvSpPr>
      <dsp:spPr>
        <a:xfrm>
          <a:off x="869886" y="1886407"/>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100000"/>
            </a:lnSpc>
            <a:spcBef>
              <a:spcPct val="0"/>
            </a:spcBef>
            <a:spcAft>
              <a:spcPct val="35000"/>
            </a:spcAft>
            <a:buNone/>
          </a:pPr>
          <a:r>
            <a:rPr lang="en-US" sz="1900" kern="1200"/>
            <a:t>Have access to lifecycle methods.</a:t>
          </a:r>
        </a:p>
      </dsp:txBody>
      <dsp:txXfrm>
        <a:off x="869886" y="1886407"/>
        <a:ext cx="7359713" cy="753148"/>
      </dsp:txXfrm>
    </dsp:sp>
    <dsp:sp modelId="{99409CE0-5F6C-4D84-B410-F7CC094A3E79}">
      <dsp:nvSpPr>
        <dsp:cNvPr id="0" name=""/>
        <dsp:cNvSpPr/>
      </dsp:nvSpPr>
      <dsp:spPr>
        <a:xfrm>
          <a:off x="0" y="2827842"/>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12621E-A4C6-403D-9B3F-3ECA2E788371}">
      <dsp:nvSpPr>
        <dsp:cNvPr id="0" name=""/>
        <dsp:cNvSpPr/>
      </dsp:nvSpPr>
      <dsp:spPr>
        <a:xfrm>
          <a:off x="227827" y="2997301"/>
          <a:ext cx="414231" cy="4142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08BCDB-537A-4BAF-8D63-BA566F38C11D}">
      <dsp:nvSpPr>
        <dsp:cNvPr id="0" name=""/>
        <dsp:cNvSpPr/>
      </dsp:nvSpPr>
      <dsp:spPr>
        <a:xfrm>
          <a:off x="869886" y="2827842"/>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100000"/>
            </a:lnSpc>
            <a:spcBef>
              <a:spcPct val="0"/>
            </a:spcBef>
            <a:spcAft>
              <a:spcPct val="35000"/>
            </a:spcAft>
            <a:buNone/>
          </a:pPr>
          <a:r>
            <a:rPr lang="en-US" sz="1900" kern="1200"/>
            <a:t>Must have a render method.</a:t>
          </a:r>
        </a:p>
      </dsp:txBody>
      <dsp:txXfrm>
        <a:off x="869886" y="2827842"/>
        <a:ext cx="7359713" cy="753148"/>
      </dsp:txXfrm>
    </dsp:sp>
    <dsp:sp modelId="{5A833E17-8938-4070-BFF6-2DC810213A59}">
      <dsp:nvSpPr>
        <dsp:cNvPr id="0" name=""/>
        <dsp:cNvSpPr/>
      </dsp:nvSpPr>
      <dsp:spPr>
        <a:xfrm>
          <a:off x="0" y="3769278"/>
          <a:ext cx="8229600" cy="753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ADD1CF-36EB-40BD-A2F3-280D0C5F7159}">
      <dsp:nvSpPr>
        <dsp:cNvPr id="0" name=""/>
        <dsp:cNvSpPr/>
      </dsp:nvSpPr>
      <dsp:spPr>
        <a:xfrm>
          <a:off x="227827" y="3938736"/>
          <a:ext cx="414231" cy="41423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375F25-6F02-4159-910D-52BA0B83876B}">
      <dsp:nvSpPr>
        <dsp:cNvPr id="0" name=""/>
        <dsp:cNvSpPr/>
      </dsp:nvSpPr>
      <dsp:spPr>
        <a:xfrm>
          <a:off x="869886" y="3769278"/>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100000"/>
            </a:lnSpc>
            <a:spcBef>
              <a:spcPct val="0"/>
            </a:spcBef>
            <a:spcAft>
              <a:spcPct val="35000"/>
            </a:spcAft>
            <a:buNone/>
          </a:pPr>
          <a:r>
            <a:rPr lang="en-US" sz="1900" kern="1200"/>
            <a:t>Useful for more complex components or components that require direct access to lifecycle methods.</a:t>
          </a:r>
        </a:p>
      </dsp:txBody>
      <dsp:txXfrm>
        <a:off x="869886" y="3769278"/>
        <a:ext cx="7359713" cy="75314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CAD77B-DBDC-44BE-AB98-1598C3EDB4DA}">
      <dsp:nvSpPr>
        <dsp:cNvPr id="0" name=""/>
        <dsp:cNvSpPr/>
      </dsp:nvSpPr>
      <dsp:spPr>
        <a:xfrm>
          <a:off x="0" y="1878"/>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F7B469-59E2-42FE-A75B-79CF50F68840}">
      <dsp:nvSpPr>
        <dsp:cNvPr id="0" name=""/>
        <dsp:cNvSpPr/>
      </dsp:nvSpPr>
      <dsp:spPr>
        <a:xfrm>
          <a:off x="287993" y="216088"/>
          <a:ext cx="523623" cy="5236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BBEC86-6B29-419D-B563-CCB91EB4534F}">
      <dsp:nvSpPr>
        <dsp:cNvPr id="0" name=""/>
        <dsp:cNvSpPr/>
      </dsp:nvSpPr>
      <dsp:spPr>
        <a:xfrm>
          <a:off x="1099610" y="1878"/>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100000"/>
            </a:lnSpc>
            <a:spcBef>
              <a:spcPct val="0"/>
            </a:spcBef>
            <a:spcAft>
              <a:spcPct val="35000"/>
            </a:spcAft>
            <a:buNone/>
          </a:pPr>
          <a:r>
            <a:rPr lang="en-US" sz="2200" kern="1200"/>
            <a:t>Basically, the render() method from a class component.</a:t>
          </a:r>
        </a:p>
      </dsp:txBody>
      <dsp:txXfrm>
        <a:off x="1099610" y="1878"/>
        <a:ext cx="7129989" cy="952043"/>
      </dsp:txXfrm>
    </dsp:sp>
    <dsp:sp modelId="{99B87556-B681-48DD-BDFC-D7119E06A869}">
      <dsp:nvSpPr>
        <dsp:cNvPr id="0" name=""/>
        <dsp:cNvSpPr/>
      </dsp:nvSpPr>
      <dsp:spPr>
        <a:xfrm>
          <a:off x="0" y="1191932"/>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8C850A-4911-418E-BBD5-9C8FF37233F0}">
      <dsp:nvSpPr>
        <dsp:cNvPr id="0" name=""/>
        <dsp:cNvSpPr/>
      </dsp:nvSpPr>
      <dsp:spPr>
        <a:xfrm>
          <a:off x="287993" y="1406142"/>
          <a:ext cx="523623" cy="5236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5646E6-8BB9-4896-B6E3-53D33EBB7732}">
      <dsp:nvSpPr>
        <dsp:cNvPr id="0" name=""/>
        <dsp:cNvSpPr/>
      </dsp:nvSpPr>
      <dsp:spPr>
        <a:xfrm>
          <a:off x="1099610" y="1191932"/>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100000"/>
            </a:lnSpc>
            <a:spcBef>
              <a:spcPct val="0"/>
            </a:spcBef>
            <a:spcAft>
              <a:spcPct val="35000"/>
            </a:spcAft>
            <a:buNone/>
          </a:pPr>
          <a:r>
            <a:rPr lang="en-US" sz="2200" kern="1200"/>
            <a:t>Cannot access lifecycle methods.</a:t>
          </a:r>
        </a:p>
      </dsp:txBody>
      <dsp:txXfrm>
        <a:off x="1099610" y="1191932"/>
        <a:ext cx="7129989" cy="952043"/>
      </dsp:txXfrm>
    </dsp:sp>
    <dsp:sp modelId="{5597055F-9BED-43CE-8103-6481F66DD090}">
      <dsp:nvSpPr>
        <dsp:cNvPr id="0" name=""/>
        <dsp:cNvSpPr/>
      </dsp:nvSpPr>
      <dsp:spPr>
        <a:xfrm>
          <a:off x="0" y="2381986"/>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50398F-E88A-4C8B-B5D7-6656393B1276}">
      <dsp:nvSpPr>
        <dsp:cNvPr id="0" name=""/>
        <dsp:cNvSpPr/>
      </dsp:nvSpPr>
      <dsp:spPr>
        <a:xfrm>
          <a:off x="287993" y="2596196"/>
          <a:ext cx="523623" cy="5236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5EA232-0B9A-4CDD-A12A-3857DBE72689}">
      <dsp:nvSpPr>
        <dsp:cNvPr id="0" name=""/>
        <dsp:cNvSpPr/>
      </dsp:nvSpPr>
      <dsp:spPr>
        <a:xfrm>
          <a:off x="1099610" y="2381986"/>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100000"/>
            </a:lnSpc>
            <a:spcBef>
              <a:spcPct val="0"/>
            </a:spcBef>
            <a:spcAft>
              <a:spcPct val="35000"/>
            </a:spcAft>
            <a:buNone/>
          </a:pPr>
          <a:r>
            <a:rPr lang="en-US" sz="2200" kern="1200"/>
            <a:t>Cannot maintain its own state.</a:t>
          </a:r>
        </a:p>
      </dsp:txBody>
      <dsp:txXfrm>
        <a:off x="1099610" y="2381986"/>
        <a:ext cx="7129989" cy="952043"/>
      </dsp:txXfrm>
    </dsp:sp>
    <dsp:sp modelId="{A07FF3CB-9D63-452C-A2FC-832259E6FF18}">
      <dsp:nvSpPr>
        <dsp:cNvPr id="0" name=""/>
        <dsp:cNvSpPr/>
      </dsp:nvSpPr>
      <dsp:spPr>
        <a:xfrm>
          <a:off x="0" y="3572041"/>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D02301-3E1B-45C2-9AB9-1BF943CE45BD}">
      <dsp:nvSpPr>
        <dsp:cNvPr id="0" name=""/>
        <dsp:cNvSpPr/>
      </dsp:nvSpPr>
      <dsp:spPr>
        <a:xfrm>
          <a:off x="287993" y="3786250"/>
          <a:ext cx="523623" cy="5236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596C28-7120-4D21-9754-28C55FA059F0}">
      <dsp:nvSpPr>
        <dsp:cNvPr id="0" name=""/>
        <dsp:cNvSpPr/>
      </dsp:nvSpPr>
      <dsp:spPr>
        <a:xfrm>
          <a:off x="1099610" y="3572041"/>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100000"/>
            </a:lnSpc>
            <a:spcBef>
              <a:spcPct val="0"/>
            </a:spcBef>
            <a:spcAft>
              <a:spcPct val="35000"/>
            </a:spcAft>
            <a:buNone/>
          </a:pPr>
          <a:r>
            <a:rPr lang="en-US" sz="2200" kern="1200"/>
            <a:t>Access to lifecycle and state from functions is done using Hooks.</a:t>
          </a:r>
        </a:p>
      </dsp:txBody>
      <dsp:txXfrm>
        <a:off x="1099610" y="3572041"/>
        <a:ext cx="7129989" cy="95204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A4BFB7-A1C0-4880-B23E-21CD3158F86C}">
      <dsp:nvSpPr>
        <dsp:cNvPr id="0" name=""/>
        <dsp:cNvSpPr/>
      </dsp:nvSpPr>
      <dsp:spPr>
        <a:xfrm>
          <a:off x="0" y="735468"/>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CCD35B-10E0-4DF7-93DB-99DECD3D480D}">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A5B676-CF59-4D97-8A92-AAC058116ACF}">
      <dsp:nvSpPr>
        <dsp:cNvPr id="0" name=""/>
        <dsp:cNvSpPr/>
      </dsp:nvSpPr>
      <dsp:spPr>
        <a:xfrm>
          <a:off x="1568246" y="735468"/>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t>Functions provided by React that give functions access to internal workings of React.</a:t>
          </a:r>
        </a:p>
      </dsp:txBody>
      <dsp:txXfrm>
        <a:off x="1568246" y="735468"/>
        <a:ext cx="6661353" cy="1357788"/>
      </dsp:txXfrm>
    </dsp:sp>
    <dsp:sp modelId="{557BD798-3207-4AAD-8BA2-6365E326E1B4}">
      <dsp:nvSpPr>
        <dsp:cNvPr id="0" name=""/>
        <dsp:cNvSpPr/>
      </dsp:nvSpPr>
      <dsp:spPr>
        <a:xfrm>
          <a:off x="0" y="2432705"/>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CFC949-D674-487E-BB65-25CC4AEE409B}">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980A71-F7AE-4710-8467-EF4E86260E0D}">
      <dsp:nvSpPr>
        <dsp:cNvPr id="0" name=""/>
        <dsp:cNvSpPr/>
      </dsp:nvSpPr>
      <dsp:spPr>
        <a:xfrm>
          <a:off x="1568246" y="2432705"/>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t>Useful for simulating component lifecycle and associating state with function components. </a:t>
          </a:r>
        </a:p>
      </dsp:txBody>
      <dsp:txXfrm>
        <a:off x="1568246" y="2432705"/>
        <a:ext cx="6661353" cy="135778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69A671-508A-B841-BC41-9CB13371E124}">
      <dsp:nvSpPr>
        <dsp:cNvPr id="0" name=""/>
        <dsp:cNvSpPr/>
      </dsp:nvSpPr>
      <dsp:spPr>
        <a:xfrm>
          <a:off x="0" y="798231"/>
          <a:ext cx="8229600" cy="6715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Hooks seem magical at first.</a:t>
          </a:r>
        </a:p>
      </dsp:txBody>
      <dsp:txXfrm>
        <a:off x="32784" y="831015"/>
        <a:ext cx="8164032" cy="606012"/>
      </dsp:txXfrm>
    </dsp:sp>
    <dsp:sp modelId="{6165D954-2470-8E4B-AFEA-1DAB08FA3A97}">
      <dsp:nvSpPr>
        <dsp:cNvPr id="0" name=""/>
        <dsp:cNvSpPr/>
      </dsp:nvSpPr>
      <dsp:spPr>
        <a:xfrm>
          <a:off x="0" y="1550451"/>
          <a:ext cx="8229600" cy="6715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Using them correctly requires a deeper understanding.</a:t>
          </a:r>
        </a:p>
      </dsp:txBody>
      <dsp:txXfrm>
        <a:off x="32784" y="1583235"/>
        <a:ext cx="8164032" cy="606012"/>
      </dsp:txXfrm>
    </dsp:sp>
    <dsp:sp modelId="{8222177D-CB7F-7647-9C6D-B002FD3F35C1}">
      <dsp:nvSpPr>
        <dsp:cNvPr id="0" name=""/>
        <dsp:cNvSpPr/>
      </dsp:nvSpPr>
      <dsp:spPr>
        <a:xfrm>
          <a:off x="0" y="2302671"/>
          <a:ext cx="8229600" cy="6715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Important Points:</a:t>
          </a:r>
        </a:p>
      </dsp:txBody>
      <dsp:txXfrm>
        <a:off x="32784" y="2335455"/>
        <a:ext cx="8164032" cy="606012"/>
      </dsp:txXfrm>
    </dsp:sp>
    <dsp:sp modelId="{6B16CC5F-B0D4-7B49-9FEF-D56D18D59CDA}">
      <dsp:nvSpPr>
        <dsp:cNvPr id="0" name=""/>
        <dsp:cNvSpPr/>
      </dsp:nvSpPr>
      <dsp:spPr>
        <a:xfrm>
          <a:off x="0" y="2974251"/>
          <a:ext cx="8229600" cy="75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Hooks store data outside of a function.</a:t>
          </a:r>
        </a:p>
        <a:p>
          <a:pPr marL="228600" lvl="1" indent="-228600" algn="l" defTabSz="977900">
            <a:lnSpc>
              <a:spcPct val="90000"/>
            </a:lnSpc>
            <a:spcBef>
              <a:spcPct val="0"/>
            </a:spcBef>
            <a:spcAft>
              <a:spcPct val="20000"/>
            </a:spcAft>
            <a:buChar char="•"/>
          </a:pPr>
          <a:r>
            <a:rPr lang="en-US" sz="2200" kern="1200"/>
            <a:t>A Hook is associated with an “instance” of a function component</a:t>
          </a:r>
        </a:p>
      </dsp:txBody>
      <dsp:txXfrm>
        <a:off x="0" y="2974251"/>
        <a:ext cx="8229600" cy="75348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30489B-C266-4E38-A6AE-191825B02FF7}">
      <dsp:nvSpPr>
        <dsp:cNvPr id="0" name=""/>
        <dsp:cNvSpPr/>
      </dsp:nvSpPr>
      <dsp:spPr>
        <a:xfrm>
          <a:off x="0" y="552"/>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767D81-0EFD-49AC-81CC-F25C616ECDA2}">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00E86F-0C90-4BC4-8C2C-EBDFB74AC379}">
      <dsp:nvSpPr>
        <dsp:cNvPr id="0" name=""/>
        <dsp:cNvSpPr/>
      </dsp:nvSpPr>
      <dsp:spPr>
        <a:xfrm>
          <a:off x="1493203" y="552"/>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kern="1200"/>
            <a:t>Function components don’t technically have instances, and they don’t technically render.</a:t>
          </a:r>
        </a:p>
      </dsp:txBody>
      <dsp:txXfrm>
        <a:off x="1493203" y="552"/>
        <a:ext cx="6736396" cy="1292816"/>
      </dsp:txXfrm>
    </dsp:sp>
    <dsp:sp modelId="{0D02F50A-AA1F-4507-99AD-627D1514958F}">
      <dsp:nvSpPr>
        <dsp:cNvPr id="0" name=""/>
        <dsp:cNvSpPr/>
      </dsp:nvSpPr>
      <dsp:spPr>
        <a:xfrm>
          <a:off x="0" y="161657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D8F44C-2C17-4918-90CF-9E9DF601829B}">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5B87B8-1039-45A6-BF9A-AE215C81DC5D}">
      <dsp:nvSpPr>
        <dsp:cNvPr id="0" name=""/>
        <dsp:cNvSpPr/>
      </dsp:nvSpPr>
      <dsp:spPr>
        <a:xfrm>
          <a:off x="1493203" y="161657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kern="1200"/>
            <a:t>A function component is just a function that returns a piece of the UI when it’s invoked.</a:t>
          </a:r>
        </a:p>
      </dsp:txBody>
      <dsp:txXfrm>
        <a:off x="1493203" y="1616573"/>
        <a:ext cx="6736396" cy="1292816"/>
      </dsp:txXfrm>
    </dsp:sp>
    <dsp:sp modelId="{567527F3-1F01-4494-A056-1CBA520D0B85}">
      <dsp:nvSpPr>
        <dsp:cNvPr id="0" name=""/>
        <dsp:cNvSpPr/>
      </dsp:nvSpPr>
      <dsp:spPr>
        <a:xfrm>
          <a:off x="0" y="323259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7AB500-28F0-409E-BFD0-8F327F0455CD}">
      <dsp:nvSpPr>
        <dsp:cNvPr id="0" name=""/>
        <dsp:cNvSpPr/>
      </dsp:nvSpPr>
      <dsp:spPr>
        <a:xfrm>
          <a:off x="391077" y="3523477"/>
          <a:ext cx="711049" cy="711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BC0F37B-A7E1-4025-912A-3BF5CD87E49E}">
      <dsp:nvSpPr>
        <dsp:cNvPr id="0" name=""/>
        <dsp:cNvSpPr/>
      </dsp:nvSpPr>
      <dsp:spPr>
        <a:xfrm>
          <a:off x="1493203" y="323259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kern="1200"/>
            <a:t>Unless you store data outside of the function and access it when the function runs, functions have no way of persisting data between invocations.</a:t>
          </a:r>
        </a:p>
      </dsp:txBody>
      <dsp:txXfrm>
        <a:off x="1493203" y="3232593"/>
        <a:ext cx="6736396" cy="129281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E30CB9-44D3-40A0-BCE0-B2FB4A0A6689}">
      <dsp:nvSpPr>
        <dsp:cNvPr id="0" name=""/>
        <dsp:cNvSpPr/>
      </dsp:nvSpPr>
      <dsp:spPr>
        <a:xfrm>
          <a:off x="0" y="559"/>
          <a:ext cx="7879842" cy="130966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320ECE-5477-4E03-8D87-06D57B3275B5}">
      <dsp:nvSpPr>
        <dsp:cNvPr id="0" name=""/>
        <dsp:cNvSpPr/>
      </dsp:nvSpPr>
      <dsp:spPr>
        <a:xfrm>
          <a:off x="396173" y="295234"/>
          <a:ext cx="720315" cy="7203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456B48-3D50-4F34-893C-17513AEC4985}">
      <dsp:nvSpPr>
        <dsp:cNvPr id="0" name=""/>
        <dsp:cNvSpPr/>
      </dsp:nvSpPr>
      <dsp:spPr>
        <a:xfrm>
          <a:off x="1512662" y="559"/>
          <a:ext cx="6367179"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844550">
            <a:lnSpc>
              <a:spcPct val="90000"/>
            </a:lnSpc>
            <a:spcBef>
              <a:spcPct val="0"/>
            </a:spcBef>
            <a:spcAft>
              <a:spcPct val="35000"/>
            </a:spcAft>
            <a:buNone/>
          </a:pPr>
          <a:r>
            <a:rPr lang="en-US" sz="1900" kern="1200"/>
            <a:t>The useState hook sets a persistent value in React and associates it with the “instance” of the function component.</a:t>
          </a:r>
        </a:p>
      </dsp:txBody>
      <dsp:txXfrm>
        <a:off x="1512662" y="559"/>
        <a:ext cx="6367179" cy="1309664"/>
      </dsp:txXfrm>
    </dsp:sp>
    <dsp:sp modelId="{1CD78C5A-4A42-4CE3-880E-4DC97BC91FB0}">
      <dsp:nvSpPr>
        <dsp:cNvPr id="0" name=""/>
        <dsp:cNvSpPr/>
      </dsp:nvSpPr>
      <dsp:spPr>
        <a:xfrm>
          <a:off x="0" y="1637640"/>
          <a:ext cx="7879842" cy="130966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6B2E6F-FFED-484A-B423-D10AC4FFD470}">
      <dsp:nvSpPr>
        <dsp:cNvPr id="0" name=""/>
        <dsp:cNvSpPr/>
      </dsp:nvSpPr>
      <dsp:spPr>
        <a:xfrm>
          <a:off x="396173" y="1932315"/>
          <a:ext cx="720315" cy="7203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C8055FE-5EB1-4AF4-AB86-49449073593A}">
      <dsp:nvSpPr>
        <dsp:cNvPr id="0" name=""/>
        <dsp:cNvSpPr/>
      </dsp:nvSpPr>
      <dsp:spPr>
        <a:xfrm>
          <a:off x="1512662" y="1637640"/>
          <a:ext cx="6367179"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844550">
            <a:lnSpc>
              <a:spcPct val="90000"/>
            </a:lnSpc>
            <a:spcBef>
              <a:spcPct val="0"/>
            </a:spcBef>
            <a:spcAft>
              <a:spcPct val="35000"/>
            </a:spcAft>
            <a:buNone/>
          </a:pPr>
          <a:r>
            <a:rPr lang="en-US" sz="1900" kern="1200"/>
            <a:t>Every time the function runs, each call to useState() gets its latest value from the React library (except the first time, when the value passed to useState() initializes the value).</a:t>
          </a:r>
        </a:p>
      </dsp:txBody>
      <dsp:txXfrm>
        <a:off x="1512662" y="1637640"/>
        <a:ext cx="6367179" cy="1309664"/>
      </dsp:txXfrm>
    </dsp:sp>
    <dsp:sp modelId="{483F3DFB-1100-4024-AAB1-28A89986A121}">
      <dsp:nvSpPr>
        <dsp:cNvPr id="0" name=""/>
        <dsp:cNvSpPr/>
      </dsp:nvSpPr>
      <dsp:spPr>
        <a:xfrm>
          <a:off x="0" y="3274721"/>
          <a:ext cx="7879842" cy="130966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F16F5B-BA43-4751-84A7-DF02035E80FF}">
      <dsp:nvSpPr>
        <dsp:cNvPr id="0" name=""/>
        <dsp:cNvSpPr/>
      </dsp:nvSpPr>
      <dsp:spPr>
        <a:xfrm>
          <a:off x="396173" y="3569396"/>
          <a:ext cx="720315" cy="7203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D289A6B-D5F2-4546-B71D-813D740D6EE9}">
      <dsp:nvSpPr>
        <dsp:cNvPr id="0" name=""/>
        <dsp:cNvSpPr/>
      </dsp:nvSpPr>
      <dsp:spPr>
        <a:xfrm>
          <a:off x="1512662" y="3274721"/>
          <a:ext cx="3545928"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844550">
            <a:lnSpc>
              <a:spcPct val="90000"/>
            </a:lnSpc>
            <a:spcBef>
              <a:spcPct val="0"/>
            </a:spcBef>
            <a:spcAft>
              <a:spcPct val="35000"/>
            </a:spcAft>
            <a:buNone/>
          </a:pPr>
          <a:r>
            <a:rPr lang="en-US" sz="1900" kern="1200"/>
            <a:t>useState() returns an array with 2 elements</a:t>
          </a:r>
        </a:p>
      </dsp:txBody>
      <dsp:txXfrm>
        <a:off x="1512662" y="3274721"/>
        <a:ext cx="3545928" cy="1309664"/>
      </dsp:txXfrm>
    </dsp:sp>
    <dsp:sp modelId="{4958ACA2-50CE-427A-97AC-6CBBAD394467}">
      <dsp:nvSpPr>
        <dsp:cNvPr id="0" name=""/>
        <dsp:cNvSpPr/>
      </dsp:nvSpPr>
      <dsp:spPr>
        <a:xfrm>
          <a:off x="5058591" y="3274721"/>
          <a:ext cx="2821250"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622300">
            <a:lnSpc>
              <a:spcPct val="90000"/>
            </a:lnSpc>
            <a:spcBef>
              <a:spcPct val="0"/>
            </a:spcBef>
            <a:spcAft>
              <a:spcPct val="35000"/>
            </a:spcAft>
            <a:buNone/>
          </a:pPr>
          <a:r>
            <a:rPr lang="en-US" sz="1400" kern="1200"/>
            <a:t>the latest value</a:t>
          </a:r>
        </a:p>
        <a:p>
          <a:pPr marL="0" lvl="0" indent="0" algn="l" defTabSz="622300">
            <a:lnSpc>
              <a:spcPct val="90000"/>
            </a:lnSpc>
            <a:spcBef>
              <a:spcPct val="0"/>
            </a:spcBef>
            <a:spcAft>
              <a:spcPct val="35000"/>
            </a:spcAft>
            <a:buNone/>
          </a:pPr>
          <a:r>
            <a:rPr lang="en-US" sz="1400" kern="1200"/>
            <a:t>a function for updating the value</a:t>
          </a:r>
        </a:p>
        <a:p>
          <a:pPr marL="114300" lvl="1" indent="-114300" algn="l" defTabSz="622300">
            <a:lnSpc>
              <a:spcPct val="90000"/>
            </a:lnSpc>
            <a:spcBef>
              <a:spcPct val="0"/>
            </a:spcBef>
            <a:spcAft>
              <a:spcPct val="15000"/>
            </a:spcAft>
            <a:buChar char="•"/>
          </a:pPr>
          <a:r>
            <a:rPr lang="en-US" sz="1400" kern="1200"/>
            <a:t>this is called the “state dispatch function”</a:t>
          </a:r>
        </a:p>
      </dsp:txBody>
      <dsp:txXfrm>
        <a:off x="5058591" y="3274721"/>
        <a:ext cx="2821250" cy="130966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586A62-2630-4195-8C34-8EC9E695A34A}">
      <dsp:nvSpPr>
        <dsp:cNvPr id="0" name=""/>
        <dsp:cNvSpPr/>
      </dsp:nvSpPr>
      <dsp:spPr>
        <a:xfrm>
          <a:off x="0" y="552"/>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5F9F31-C667-408D-8E3D-3B234D24A157}">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699524-9831-43BB-869F-9A08F5FA1877}">
      <dsp:nvSpPr>
        <dsp:cNvPr id="0" name=""/>
        <dsp:cNvSpPr/>
      </dsp:nvSpPr>
      <dsp:spPr>
        <a:xfrm>
          <a:off x="1493203" y="552"/>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kern="1200"/>
            <a:t>The useEffect takes a function as its first argument, and an array of dependencies as its second argument.</a:t>
          </a:r>
        </a:p>
      </dsp:txBody>
      <dsp:txXfrm>
        <a:off x="1493203" y="552"/>
        <a:ext cx="6736396" cy="1292816"/>
      </dsp:txXfrm>
    </dsp:sp>
    <dsp:sp modelId="{6C392EA4-6ECF-41B6-B39F-62AFDC4159BD}">
      <dsp:nvSpPr>
        <dsp:cNvPr id="0" name=""/>
        <dsp:cNvSpPr/>
      </dsp:nvSpPr>
      <dsp:spPr>
        <a:xfrm>
          <a:off x="0" y="161657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3DCACF-74DF-4B55-A7B4-74B5BE5D100E}">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7150FB-9290-4517-8010-8CD5538CB3A3}">
      <dsp:nvSpPr>
        <dsp:cNvPr id="0" name=""/>
        <dsp:cNvSpPr/>
      </dsp:nvSpPr>
      <dsp:spPr>
        <a:xfrm>
          <a:off x="1493203" y="161657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kern="1200"/>
            <a:t>Each time the function component renders, useEffect compares the previous values of the dependencies with the new values.</a:t>
          </a:r>
        </a:p>
      </dsp:txBody>
      <dsp:txXfrm>
        <a:off x="1493203" y="1616573"/>
        <a:ext cx="6736396" cy="1292816"/>
      </dsp:txXfrm>
    </dsp:sp>
    <dsp:sp modelId="{136DC6E6-0BFC-4557-A29D-2EA62726C5DD}">
      <dsp:nvSpPr>
        <dsp:cNvPr id="0" name=""/>
        <dsp:cNvSpPr/>
      </dsp:nvSpPr>
      <dsp:spPr>
        <a:xfrm>
          <a:off x="0" y="323259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B4EE80-9907-4C8C-B389-D4D625A97957}">
      <dsp:nvSpPr>
        <dsp:cNvPr id="0" name=""/>
        <dsp:cNvSpPr/>
      </dsp:nvSpPr>
      <dsp:spPr>
        <a:xfrm>
          <a:off x="391077" y="3523477"/>
          <a:ext cx="711049" cy="711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3D76F3-C1E5-4FB1-AE3D-7196A7660A48}">
      <dsp:nvSpPr>
        <dsp:cNvPr id="0" name=""/>
        <dsp:cNvSpPr/>
      </dsp:nvSpPr>
      <dsp:spPr>
        <a:xfrm>
          <a:off x="1493203" y="323259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kern="1200"/>
            <a:t>If the new values of any dependencies have changed, the function passed to useEffect runs.</a:t>
          </a:r>
        </a:p>
      </dsp:txBody>
      <dsp:txXfrm>
        <a:off x="1493203" y="3232593"/>
        <a:ext cx="6736396" cy="129281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BFB718-3755-4B1B-887C-B637809F4C38}">
      <dsp:nvSpPr>
        <dsp:cNvPr id="0" name=""/>
        <dsp:cNvSpPr/>
      </dsp:nvSpPr>
      <dsp:spPr>
        <a:xfrm>
          <a:off x="0" y="552"/>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8F8108-491F-4E15-A1CF-E01C2CACFFDD}">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983F1D-B3BE-4BAB-812A-3F67BAE7DD60}">
      <dsp:nvSpPr>
        <dsp:cNvPr id="0" name=""/>
        <dsp:cNvSpPr/>
      </dsp:nvSpPr>
      <dsp:spPr>
        <a:xfrm>
          <a:off x="1493203" y="552"/>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kern="1200"/>
            <a:t>If no dependency array is passed, the function passed to useEffect will run every time the function component “instance” renders.</a:t>
          </a:r>
        </a:p>
      </dsp:txBody>
      <dsp:txXfrm>
        <a:off x="1493203" y="552"/>
        <a:ext cx="6736396" cy="1292816"/>
      </dsp:txXfrm>
    </dsp:sp>
    <dsp:sp modelId="{B0B5EAC3-4440-4F30-84EA-65356395B7F4}">
      <dsp:nvSpPr>
        <dsp:cNvPr id="0" name=""/>
        <dsp:cNvSpPr/>
      </dsp:nvSpPr>
      <dsp:spPr>
        <a:xfrm>
          <a:off x="0" y="161657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14A09B-0FC9-48CD-9C24-C5405CD60748}">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EA807F-57F4-4090-ACB1-081E0DB39F88}">
      <dsp:nvSpPr>
        <dsp:cNvPr id="0" name=""/>
        <dsp:cNvSpPr/>
      </dsp:nvSpPr>
      <dsp:spPr>
        <a:xfrm>
          <a:off x="1493203" y="161657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kern="1200"/>
            <a:t>If an empty array is passed, the effect will only run on the first invocation of the “instance” of the function component.</a:t>
          </a:r>
        </a:p>
      </dsp:txBody>
      <dsp:txXfrm>
        <a:off x="1493203" y="1616573"/>
        <a:ext cx="6736396" cy="1292816"/>
      </dsp:txXfrm>
    </dsp:sp>
    <dsp:sp modelId="{32D00412-148A-4595-9F80-0DD5AF6260D9}">
      <dsp:nvSpPr>
        <dsp:cNvPr id="0" name=""/>
        <dsp:cNvSpPr/>
      </dsp:nvSpPr>
      <dsp:spPr>
        <a:xfrm>
          <a:off x="0" y="323259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4EE1D6-83BF-44D3-8D0F-A87EE1020E66}">
      <dsp:nvSpPr>
        <dsp:cNvPr id="0" name=""/>
        <dsp:cNvSpPr/>
      </dsp:nvSpPr>
      <dsp:spPr>
        <a:xfrm>
          <a:off x="391077" y="3523477"/>
          <a:ext cx="711049" cy="711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1A1524-7E1F-42B7-9068-972E5D59D254}">
      <dsp:nvSpPr>
        <dsp:cNvPr id="0" name=""/>
        <dsp:cNvSpPr/>
      </dsp:nvSpPr>
      <dsp:spPr>
        <a:xfrm>
          <a:off x="1493203" y="323259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kern="1200"/>
            <a:t>If the effect function returns a function, that function will run when the component is “unmounted.”</a:t>
          </a:r>
        </a:p>
      </dsp:txBody>
      <dsp:txXfrm>
        <a:off x="1493203" y="3232593"/>
        <a:ext cx="6736396" cy="129281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3EBCA4-4CBB-4FC7-A9D2-E642B11A08FB}">
      <dsp:nvSpPr>
        <dsp:cNvPr id="0" name=""/>
        <dsp:cNvSpPr/>
      </dsp:nvSpPr>
      <dsp:spPr>
        <a:xfrm>
          <a:off x="750914" y="1203373"/>
          <a:ext cx="1081248" cy="10812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326AC4-4D64-4545-B2DA-DA7446344283}">
      <dsp:nvSpPr>
        <dsp:cNvPr id="0" name=""/>
        <dsp:cNvSpPr/>
      </dsp:nvSpPr>
      <dsp:spPr>
        <a:xfrm>
          <a:off x="90151" y="2602589"/>
          <a:ext cx="24027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Route Configuration</a:t>
          </a:r>
        </a:p>
      </dsp:txBody>
      <dsp:txXfrm>
        <a:off x="90151" y="2602589"/>
        <a:ext cx="2402775" cy="720000"/>
      </dsp:txXfrm>
    </dsp:sp>
    <dsp:sp modelId="{6893EB4D-9D30-43FB-BF5B-4710EAA0A177}">
      <dsp:nvSpPr>
        <dsp:cNvPr id="0" name=""/>
        <dsp:cNvSpPr/>
      </dsp:nvSpPr>
      <dsp:spPr>
        <a:xfrm>
          <a:off x="3574175" y="1203373"/>
          <a:ext cx="1081248" cy="10812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17A09D-714A-4449-8356-6507F10C37D7}">
      <dsp:nvSpPr>
        <dsp:cNvPr id="0" name=""/>
        <dsp:cNvSpPr/>
      </dsp:nvSpPr>
      <dsp:spPr>
        <a:xfrm>
          <a:off x="2913412" y="2602589"/>
          <a:ext cx="24027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Navigation</a:t>
          </a:r>
        </a:p>
      </dsp:txBody>
      <dsp:txXfrm>
        <a:off x="2913412" y="2602589"/>
        <a:ext cx="2402775" cy="720000"/>
      </dsp:txXfrm>
    </dsp:sp>
    <dsp:sp modelId="{F702EC76-ECFB-4975-A2E7-4E92417A542F}">
      <dsp:nvSpPr>
        <dsp:cNvPr id="0" name=""/>
        <dsp:cNvSpPr/>
      </dsp:nvSpPr>
      <dsp:spPr>
        <a:xfrm>
          <a:off x="6397436" y="1203373"/>
          <a:ext cx="1081248" cy="10812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90BA9EB-0E27-4946-91A9-14880FF4E236}">
      <dsp:nvSpPr>
        <dsp:cNvPr id="0" name=""/>
        <dsp:cNvSpPr/>
      </dsp:nvSpPr>
      <dsp:spPr>
        <a:xfrm>
          <a:off x="5736673" y="2602589"/>
          <a:ext cx="24027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Protected Routes</a:t>
          </a:r>
        </a:p>
      </dsp:txBody>
      <dsp:txXfrm>
        <a:off x="5736673" y="2602589"/>
        <a:ext cx="2402775" cy="72000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5CCC62-4C1C-40A1-9F7C-D37A7B2EA04D}">
      <dsp:nvSpPr>
        <dsp:cNvPr id="0" name=""/>
        <dsp:cNvSpPr/>
      </dsp:nvSpPr>
      <dsp:spPr>
        <a:xfrm>
          <a:off x="0" y="735468"/>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735294-57B4-4A45-A313-04268027CFBC}">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15CEAE-C5AC-4927-8BC0-23A82ACDEC36}">
      <dsp:nvSpPr>
        <dsp:cNvPr id="0" name=""/>
        <dsp:cNvSpPr/>
      </dsp:nvSpPr>
      <dsp:spPr>
        <a:xfrm>
          <a:off x="1568246" y="735468"/>
          <a:ext cx="3703320"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t>What is React Router?</a:t>
          </a:r>
        </a:p>
      </dsp:txBody>
      <dsp:txXfrm>
        <a:off x="1568246" y="735468"/>
        <a:ext cx="3703320" cy="1357788"/>
      </dsp:txXfrm>
    </dsp:sp>
    <dsp:sp modelId="{05810E99-7288-4EEA-A046-F5C414C43ADD}">
      <dsp:nvSpPr>
        <dsp:cNvPr id="0" name=""/>
        <dsp:cNvSpPr/>
      </dsp:nvSpPr>
      <dsp:spPr>
        <a:xfrm>
          <a:off x="5271566" y="735468"/>
          <a:ext cx="295803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666750">
            <a:lnSpc>
              <a:spcPct val="100000"/>
            </a:lnSpc>
            <a:spcBef>
              <a:spcPct val="0"/>
            </a:spcBef>
            <a:spcAft>
              <a:spcPct val="35000"/>
            </a:spcAft>
            <a:buNone/>
          </a:pPr>
          <a:r>
            <a:rPr lang="en-US" sz="1500" b="0" i="0" kern="1200"/>
            <a:t>dynamic routing library built on top of the React framework. React Router uses a component-based structure to define routing rules.</a:t>
          </a:r>
          <a:endParaRPr lang="en-US" sz="1500" kern="1200"/>
        </a:p>
      </dsp:txBody>
      <dsp:txXfrm>
        <a:off x="5271566" y="735468"/>
        <a:ext cx="2958033" cy="1357788"/>
      </dsp:txXfrm>
    </dsp:sp>
    <dsp:sp modelId="{1DF39CF2-D3C1-46F6-8831-3816F6446724}">
      <dsp:nvSpPr>
        <dsp:cNvPr id="0" name=""/>
        <dsp:cNvSpPr/>
      </dsp:nvSpPr>
      <dsp:spPr>
        <a:xfrm>
          <a:off x="0" y="2432705"/>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8127F5-BDE0-4A70-8FC1-2A16E32350D5}">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877667-E0AD-4174-8F3A-C404727D3380}">
      <dsp:nvSpPr>
        <dsp:cNvPr id="0" name=""/>
        <dsp:cNvSpPr/>
      </dsp:nvSpPr>
      <dsp:spPr>
        <a:xfrm>
          <a:off x="1568246" y="2432705"/>
          <a:ext cx="3703320"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t>Why is it important?</a:t>
          </a:r>
        </a:p>
      </dsp:txBody>
      <dsp:txXfrm>
        <a:off x="1568246" y="2432705"/>
        <a:ext cx="3703320" cy="1357788"/>
      </dsp:txXfrm>
    </dsp:sp>
    <dsp:sp modelId="{E6F6FA37-1780-4429-8570-C85BF966A03C}">
      <dsp:nvSpPr>
        <dsp:cNvPr id="0" name=""/>
        <dsp:cNvSpPr/>
      </dsp:nvSpPr>
      <dsp:spPr>
        <a:xfrm>
          <a:off x="5271566" y="2432705"/>
          <a:ext cx="295803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666750">
            <a:lnSpc>
              <a:spcPct val="100000"/>
            </a:lnSpc>
            <a:spcBef>
              <a:spcPct val="0"/>
            </a:spcBef>
            <a:spcAft>
              <a:spcPct val="35000"/>
            </a:spcAft>
            <a:buNone/>
          </a:pPr>
          <a:r>
            <a:rPr lang="en-US" sz="1500" kern="1200"/>
            <a:t>SPA Navigation</a:t>
          </a:r>
        </a:p>
        <a:p>
          <a:pPr marL="0" lvl="0" indent="0" algn="l" defTabSz="666750">
            <a:lnSpc>
              <a:spcPct val="100000"/>
            </a:lnSpc>
            <a:spcBef>
              <a:spcPct val="0"/>
            </a:spcBef>
            <a:spcAft>
              <a:spcPct val="35000"/>
            </a:spcAft>
            <a:buNone/>
          </a:pPr>
          <a:r>
            <a:rPr lang="en-US" sz="1500" kern="1200"/>
            <a:t>Declarative routing</a:t>
          </a:r>
        </a:p>
        <a:p>
          <a:pPr marL="0" lvl="0" indent="0" algn="l" defTabSz="666750">
            <a:lnSpc>
              <a:spcPct val="100000"/>
            </a:lnSpc>
            <a:spcBef>
              <a:spcPct val="0"/>
            </a:spcBef>
            <a:spcAft>
              <a:spcPct val="35000"/>
            </a:spcAft>
            <a:buNone/>
          </a:pPr>
          <a:r>
            <a:rPr lang="en-US" sz="1500" kern="1200"/>
            <a:t>Code splitting</a:t>
          </a:r>
        </a:p>
      </dsp:txBody>
      <dsp:txXfrm>
        <a:off x="5271566" y="2432705"/>
        <a:ext cx="2958033" cy="1357788"/>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7F6849-00F7-9249-B392-B4E1ACBF8117}">
      <dsp:nvSpPr>
        <dsp:cNvPr id="0" name=""/>
        <dsp:cNvSpPr/>
      </dsp:nvSpPr>
      <dsp:spPr>
        <a:xfrm rot="5400000">
          <a:off x="5012703" y="-1901980"/>
          <a:ext cx="1166849"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provides access to the history object</a:t>
          </a:r>
        </a:p>
        <a:p>
          <a:pPr marL="171450" lvl="1" indent="-171450" algn="l" defTabSz="755650">
            <a:lnSpc>
              <a:spcPct val="90000"/>
            </a:lnSpc>
            <a:spcBef>
              <a:spcPct val="0"/>
            </a:spcBef>
            <a:spcAft>
              <a:spcPct val="15000"/>
            </a:spcAft>
            <a:buChar char="•"/>
          </a:pPr>
          <a:r>
            <a:rPr lang="en-US" sz="1700" kern="1200"/>
            <a:t>push(path)</a:t>
          </a:r>
        </a:p>
        <a:p>
          <a:pPr marL="171450" lvl="1" indent="-171450" algn="l" defTabSz="755650">
            <a:lnSpc>
              <a:spcPct val="90000"/>
            </a:lnSpc>
            <a:spcBef>
              <a:spcPct val="0"/>
            </a:spcBef>
            <a:spcAft>
              <a:spcPct val="15000"/>
            </a:spcAft>
            <a:buChar char="•"/>
          </a:pPr>
          <a:r>
            <a:rPr lang="en-US" sz="1700" kern="1200"/>
            <a:t>replace(path)</a:t>
          </a:r>
        </a:p>
      </dsp:txBody>
      <dsp:txXfrm rot="-5400000">
        <a:off x="2962656" y="205028"/>
        <a:ext cx="5209983" cy="1052927"/>
      </dsp:txXfrm>
    </dsp:sp>
    <dsp:sp modelId="{748E62B4-D81D-684B-9A72-3DB15FC1CE71}">
      <dsp:nvSpPr>
        <dsp:cNvPr id="0" name=""/>
        <dsp:cNvSpPr/>
      </dsp:nvSpPr>
      <dsp:spPr>
        <a:xfrm>
          <a:off x="0" y="2209"/>
          <a:ext cx="2962655" cy="145856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US" sz="3800" kern="1200"/>
            <a:t>useHistory</a:t>
          </a:r>
        </a:p>
      </dsp:txBody>
      <dsp:txXfrm>
        <a:off x="71201" y="73410"/>
        <a:ext cx="2820253" cy="1316160"/>
      </dsp:txXfrm>
    </dsp:sp>
    <dsp:sp modelId="{0BDE7F5E-FD58-FA4E-BF10-EEE2FDF705E2}">
      <dsp:nvSpPr>
        <dsp:cNvPr id="0" name=""/>
        <dsp:cNvSpPr/>
      </dsp:nvSpPr>
      <dsp:spPr>
        <a:xfrm rot="5400000">
          <a:off x="5012703" y="-370490"/>
          <a:ext cx="1166849"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const {userId} = useParams();</a:t>
          </a:r>
        </a:p>
      </dsp:txBody>
      <dsp:txXfrm rot="-5400000">
        <a:off x="2962656" y="1736518"/>
        <a:ext cx="5209983" cy="1052927"/>
      </dsp:txXfrm>
    </dsp:sp>
    <dsp:sp modelId="{AD425A5F-6CA2-7945-86DF-D7CC7FAFDEA9}">
      <dsp:nvSpPr>
        <dsp:cNvPr id="0" name=""/>
        <dsp:cNvSpPr/>
      </dsp:nvSpPr>
      <dsp:spPr>
        <a:xfrm>
          <a:off x="0" y="1533700"/>
          <a:ext cx="2962655" cy="145856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US" sz="3800" kern="1200"/>
            <a:t>useParams</a:t>
          </a:r>
        </a:p>
      </dsp:txBody>
      <dsp:txXfrm>
        <a:off x="71201" y="1604901"/>
        <a:ext cx="2820253" cy="1316160"/>
      </dsp:txXfrm>
    </dsp:sp>
    <dsp:sp modelId="{4B2CE7F6-D60F-5C41-9A17-A3935B7F4F15}">
      <dsp:nvSpPr>
        <dsp:cNvPr id="0" name=""/>
        <dsp:cNvSpPr/>
      </dsp:nvSpPr>
      <dsp:spPr>
        <a:xfrm rot="5400000">
          <a:off x="5012703" y="1160999"/>
          <a:ext cx="1166849"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Provides access to the location object</a:t>
          </a:r>
        </a:p>
        <a:p>
          <a:pPr marL="171450" lvl="1" indent="-171450" algn="l" defTabSz="755650">
            <a:lnSpc>
              <a:spcPct val="90000"/>
            </a:lnSpc>
            <a:spcBef>
              <a:spcPct val="0"/>
            </a:spcBef>
            <a:spcAft>
              <a:spcPct val="15000"/>
            </a:spcAft>
            <a:buChar char="•"/>
          </a:pPr>
          <a:r>
            <a:rPr lang="en-US" sz="1700" kern="1200"/>
            <a:t>const location = useLocation();</a:t>
          </a:r>
        </a:p>
        <a:p>
          <a:pPr marL="171450" lvl="1" indent="-171450" algn="l" defTabSz="755650">
            <a:lnSpc>
              <a:spcPct val="90000"/>
            </a:lnSpc>
            <a:spcBef>
              <a:spcPct val="0"/>
            </a:spcBef>
            <a:spcAft>
              <a:spcPct val="15000"/>
            </a:spcAft>
            <a:buChar char="•"/>
          </a:pPr>
          <a:r>
            <a:rPr lang="en-US" sz="1700" kern="1200"/>
            <a:t>return &lt;div&gt;Current path: {location.pathname}&lt;/div&gt;;</a:t>
          </a:r>
        </a:p>
      </dsp:txBody>
      <dsp:txXfrm rot="-5400000">
        <a:off x="2962656" y="3268008"/>
        <a:ext cx="5209983" cy="1052927"/>
      </dsp:txXfrm>
    </dsp:sp>
    <dsp:sp modelId="{5DB8CFAB-4B8B-8F4D-B199-9CB2FDB9A861}">
      <dsp:nvSpPr>
        <dsp:cNvPr id="0" name=""/>
        <dsp:cNvSpPr/>
      </dsp:nvSpPr>
      <dsp:spPr>
        <a:xfrm>
          <a:off x="0" y="3065190"/>
          <a:ext cx="2962655" cy="145856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US" sz="3800" kern="1200"/>
            <a:t>useLocation</a:t>
          </a:r>
        </a:p>
      </dsp:txBody>
      <dsp:txXfrm>
        <a:off x="71201" y="3136391"/>
        <a:ext cx="2820253" cy="131616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74BFD4-81D9-4EC4-9C11-3555AC1DC80B}">
      <dsp:nvSpPr>
        <dsp:cNvPr id="0" name=""/>
        <dsp:cNvSpPr/>
      </dsp:nvSpPr>
      <dsp:spPr>
        <a:xfrm>
          <a:off x="901799" y="462981"/>
          <a:ext cx="2196000" cy="2196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85A872-28E8-41B1-94F6-C5E4057D576D}">
      <dsp:nvSpPr>
        <dsp:cNvPr id="0" name=""/>
        <dsp:cNvSpPr/>
      </dsp:nvSpPr>
      <dsp:spPr>
        <a:xfrm>
          <a:off x="1369799" y="930981"/>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EC9AAF-0940-4D77-99BC-99412A3940F5}">
      <dsp:nvSpPr>
        <dsp:cNvPr id="0" name=""/>
        <dsp:cNvSpPr/>
      </dsp:nvSpPr>
      <dsp:spPr>
        <a:xfrm>
          <a:off x="199799" y="3342981"/>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89100">
            <a:lnSpc>
              <a:spcPct val="100000"/>
            </a:lnSpc>
            <a:spcBef>
              <a:spcPct val="0"/>
            </a:spcBef>
            <a:spcAft>
              <a:spcPct val="35000"/>
            </a:spcAft>
            <a:buNone/>
            <a:defRPr cap="all"/>
          </a:pPr>
          <a:r>
            <a:rPr lang="en-US" sz="3800" kern="1200"/>
            <a:t>What is Redux?</a:t>
          </a:r>
        </a:p>
      </dsp:txBody>
      <dsp:txXfrm>
        <a:off x="199799" y="3342981"/>
        <a:ext cx="3600000" cy="720000"/>
      </dsp:txXfrm>
    </dsp:sp>
    <dsp:sp modelId="{37A42C2C-B022-4F68-8C7B-392DB438B4A1}">
      <dsp:nvSpPr>
        <dsp:cNvPr id="0" name=""/>
        <dsp:cNvSpPr/>
      </dsp:nvSpPr>
      <dsp:spPr>
        <a:xfrm>
          <a:off x="5131800" y="462981"/>
          <a:ext cx="2196000" cy="2196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BD7BD1-CDC6-4BDE-8E87-5E2DBE0729AC}">
      <dsp:nvSpPr>
        <dsp:cNvPr id="0" name=""/>
        <dsp:cNvSpPr/>
      </dsp:nvSpPr>
      <dsp:spPr>
        <a:xfrm>
          <a:off x="5599800" y="930981"/>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5B1A3E-A06F-4CBA-B599-5A6793586305}">
      <dsp:nvSpPr>
        <dsp:cNvPr id="0" name=""/>
        <dsp:cNvSpPr/>
      </dsp:nvSpPr>
      <dsp:spPr>
        <a:xfrm>
          <a:off x="4429800" y="3342981"/>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89100">
            <a:lnSpc>
              <a:spcPct val="100000"/>
            </a:lnSpc>
            <a:spcBef>
              <a:spcPct val="0"/>
            </a:spcBef>
            <a:spcAft>
              <a:spcPct val="35000"/>
            </a:spcAft>
            <a:buNone/>
            <a:defRPr cap="all"/>
          </a:pPr>
          <a:r>
            <a:rPr lang="en-US" sz="3800" kern="1200"/>
            <a:t>Why Use Redux?</a:t>
          </a:r>
        </a:p>
      </dsp:txBody>
      <dsp:txXfrm>
        <a:off x="4429800" y="3342981"/>
        <a:ext cx="3600000" cy="72000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3288B9-6FA3-4901-84C6-137CEBBB4691}">
      <dsp:nvSpPr>
        <dsp:cNvPr id="0" name=""/>
        <dsp:cNvSpPr/>
      </dsp:nvSpPr>
      <dsp:spPr>
        <a:xfrm>
          <a:off x="0" y="735468"/>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E1CF9E-DAB7-4C3A-89D6-22D21F23F7D3}">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85E802-3C3F-4DC4-B4F7-48FC0725E6DB}">
      <dsp:nvSpPr>
        <dsp:cNvPr id="0" name=""/>
        <dsp:cNvSpPr/>
      </dsp:nvSpPr>
      <dsp:spPr>
        <a:xfrm>
          <a:off x="1568246" y="735468"/>
          <a:ext cx="3703320"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t>Basic Architecture</a:t>
          </a:r>
        </a:p>
      </dsp:txBody>
      <dsp:txXfrm>
        <a:off x="1568246" y="735468"/>
        <a:ext cx="3703320" cy="1357788"/>
      </dsp:txXfrm>
    </dsp:sp>
    <dsp:sp modelId="{0DAC06B4-8232-444B-9DE1-06A5AE3B5913}">
      <dsp:nvSpPr>
        <dsp:cNvPr id="0" name=""/>
        <dsp:cNvSpPr/>
      </dsp:nvSpPr>
      <dsp:spPr>
        <a:xfrm>
          <a:off x="5271566" y="735468"/>
          <a:ext cx="295803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00100">
            <a:lnSpc>
              <a:spcPct val="100000"/>
            </a:lnSpc>
            <a:spcBef>
              <a:spcPct val="0"/>
            </a:spcBef>
            <a:spcAft>
              <a:spcPct val="35000"/>
            </a:spcAft>
            <a:buNone/>
          </a:pPr>
          <a:r>
            <a:rPr lang="en-US" sz="1800" kern="1200"/>
            <a:t>Store</a:t>
          </a:r>
        </a:p>
        <a:p>
          <a:pPr marL="0" lvl="0" indent="0" algn="l" defTabSz="800100">
            <a:lnSpc>
              <a:spcPct val="100000"/>
            </a:lnSpc>
            <a:spcBef>
              <a:spcPct val="0"/>
            </a:spcBef>
            <a:spcAft>
              <a:spcPct val="35000"/>
            </a:spcAft>
            <a:buNone/>
          </a:pPr>
          <a:r>
            <a:rPr lang="en-US" sz="1800" kern="1200"/>
            <a:t>Actions</a:t>
          </a:r>
        </a:p>
        <a:p>
          <a:pPr marL="0" lvl="0" indent="0" algn="l" defTabSz="800100">
            <a:lnSpc>
              <a:spcPct val="100000"/>
            </a:lnSpc>
            <a:spcBef>
              <a:spcPct val="0"/>
            </a:spcBef>
            <a:spcAft>
              <a:spcPct val="35000"/>
            </a:spcAft>
            <a:buNone/>
          </a:pPr>
          <a:r>
            <a:rPr lang="en-US" sz="1800" kern="1200"/>
            <a:t>Reducers</a:t>
          </a:r>
        </a:p>
      </dsp:txBody>
      <dsp:txXfrm>
        <a:off x="5271566" y="735468"/>
        <a:ext cx="2958033" cy="1357788"/>
      </dsp:txXfrm>
    </dsp:sp>
    <dsp:sp modelId="{7FB5A969-A186-4C53-B9B9-DFB4C86FC583}">
      <dsp:nvSpPr>
        <dsp:cNvPr id="0" name=""/>
        <dsp:cNvSpPr/>
      </dsp:nvSpPr>
      <dsp:spPr>
        <a:xfrm>
          <a:off x="0" y="2432705"/>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0AD30D-FB62-46F6-B777-2DD5E7B3F382}">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B5B6ED-97B4-46D0-9A39-98FF400D97CE}">
      <dsp:nvSpPr>
        <dsp:cNvPr id="0" name=""/>
        <dsp:cNvSpPr/>
      </dsp:nvSpPr>
      <dsp:spPr>
        <a:xfrm>
          <a:off x="1568246" y="2432705"/>
          <a:ext cx="3703320"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t>Flow of Data</a:t>
          </a:r>
        </a:p>
      </dsp:txBody>
      <dsp:txXfrm>
        <a:off x="1568246" y="2432705"/>
        <a:ext cx="3703320" cy="1357788"/>
      </dsp:txXfrm>
    </dsp:sp>
    <dsp:sp modelId="{167F24B9-BEBF-4122-83AC-9F146E607ABB}">
      <dsp:nvSpPr>
        <dsp:cNvPr id="0" name=""/>
        <dsp:cNvSpPr/>
      </dsp:nvSpPr>
      <dsp:spPr>
        <a:xfrm>
          <a:off x="5271566" y="2432705"/>
          <a:ext cx="295803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00100">
            <a:lnSpc>
              <a:spcPct val="100000"/>
            </a:lnSpc>
            <a:spcBef>
              <a:spcPct val="0"/>
            </a:spcBef>
            <a:spcAft>
              <a:spcPct val="35000"/>
            </a:spcAft>
            <a:buNone/>
          </a:pPr>
          <a:r>
            <a:rPr lang="en-US" sz="1800" kern="1200"/>
            <a:t>Action -&gt; Store -&gt; Reducer -&gt; New State -&gt; View Update</a:t>
          </a:r>
        </a:p>
      </dsp:txBody>
      <dsp:txXfrm>
        <a:off x="5271566" y="2432705"/>
        <a:ext cx="2958033" cy="1357788"/>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E7591E-8256-40AF-BDBA-704838891632}">
      <dsp:nvSpPr>
        <dsp:cNvPr id="0" name=""/>
        <dsp:cNvSpPr/>
      </dsp:nvSpPr>
      <dsp:spPr>
        <a:xfrm>
          <a:off x="0" y="552"/>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AC87FC-314E-4F32-AB95-A8D0F42F9458}">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7B2E6E-53B9-4A68-BA71-9FC59353981A}">
      <dsp:nvSpPr>
        <dsp:cNvPr id="0" name=""/>
        <dsp:cNvSpPr/>
      </dsp:nvSpPr>
      <dsp:spPr>
        <a:xfrm>
          <a:off x="1493203" y="552"/>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066800">
            <a:lnSpc>
              <a:spcPct val="100000"/>
            </a:lnSpc>
            <a:spcBef>
              <a:spcPct val="0"/>
            </a:spcBef>
            <a:spcAft>
              <a:spcPct val="35000"/>
            </a:spcAft>
            <a:buNone/>
          </a:pPr>
          <a:r>
            <a:rPr lang="en-US" sz="2400" b="0" i="0" kern="1200"/>
            <a:t>Information payloads that send data from the application to the store.</a:t>
          </a:r>
          <a:endParaRPr lang="en-US" sz="2400" kern="1200"/>
        </a:p>
      </dsp:txBody>
      <dsp:txXfrm>
        <a:off x="1493203" y="552"/>
        <a:ext cx="6736396" cy="1292816"/>
      </dsp:txXfrm>
    </dsp:sp>
    <dsp:sp modelId="{620D2EE8-1609-43EF-ACE6-E0C7BC782069}">
      <dsp:nvSpPr>
        <dsp:cNvPr id="0" name=""/>
        <dsp:cNvSpPr/>
      </dsp:nvSpPr>
      <dsp:spPr>
        <a:xfrm>
          <a:off x="0" y="161657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0C739F-0A90-4507-BF1D-BFC922ED7A50}">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1105149-2938-4DF1-8717-BEC2CD7F89D9}">
      <dsp:nvSpPr>
        <dsp:cNvPr id="0" name=""/>
        <dsp:cNvSpPr/>
      </dsp:nvSpPr>
      <dsp:spPr>
        <a:xfrm>
          <a:off x="1493203" y="161657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066800">
            <a:lnSpc>
              <a:spcPct val="100000"/>
            </a:lnSpc>
            <a:spcBef>
              <a:spcPct val="0"/>
            </a:spcBef>
            <a:spcAft>
              <a:spcPct val="35000"/>
            </a:spcAft>
            <a:buNone/>
          </a:pPr>
          <a:r>
            <a:rPr lang="en-US" sz="2400" b="0" i="0" kern="1200"/>
            <a:t>Plain JavaScript objects containing a type property to indicate the type of action being performed.</a:t>
          </a:r>
          <a:endParaRPr lang="en-US" sz="2400" kern="1200"/>
        </a:p>
      </dsp:txBody>
      <dsp:txXfrm>
        <a:off x="1493203" y="1616573"/>
        <a:ext cx="6736396" cy="1292816"/>
      </dsp:txXfrm>
    </dsp:sp>
    <dsp:sp modelId="{AA776592-1549-4734-B128-74EF340F3E1A}">
      <dsp:nvSpPr>
        <dsp:cNvPr id="0" name=""/>
        <dsp:cNvSpPr/>
      </dsp:nvSpPr>
      <dsp:spPr>
        <a:xfrm>
          <a:off x="0" y="323259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A17BF6-EF61-4467-B7E1-EC5ACA699E7D}">
      <dsp:nvSpPr>
        <dsp:cNvPr id="0" name=""/>
        <dsp:cNvSpPr/>
      </dsp:nvSpPr>
      <dsp:spPr>
        <a:xfrm>
          <a:off x="391077" y="3523477"/>
          <a:ext cx="711049" cy="711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933552-B5A5-4EA6-B722-4A8AABF70F9D}">
      <dsp:nvSpPr>
        <dsp:cNvPr id="0" name=""/>
        <dsp:cNvSpPr/>
      </dsp:nvSpPr>
      <dsp:spPr>
        <a:xfrm>
          <a:off x="1493203" y="323259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066800">
            <a:lnSpc>
              <a:spcPct val="100000"/>
            </a:lnSpc>
            <a:spcBef>
              <a:spcPct val="0"/>
            </a:spcBef>
            <a:spcAft>
              <a:spcPct val="35000"/>
            </a:spcAft>
            <a:buNone/>
          </a:pPr>
          <a:r>
            <a:rPr lang="en-US" sz="2400" b="0" i="0" kern="1200"/>
            <a:t>Optionally contain additional data.</a:t>
          </a:r>
          <a:endParaRPr lang="en-US" sz="2400" kern="1200"/>
        </a:p>
      </dsp:txBody>
      <dsp:txXfrm>
        <a:off x="1493203" y="3232593"/>
        <a:ext cx="6736396" cy="1292816"/>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379041-FA2D-4E68-A1EE-B24437A84001}">
      <dsp:nvSpPr>
        <dsp:cNvPr id="0" name=""/>
        <dsp:cNvSpPr/>
      </dsp:nvSpPr>
      <dsp:spPr>
        <a:xfrm>
          <a:off x="0" y="552"/>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9E1123-7BCE-465F-B9D3-A0D19FC4DDDB}">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B1FCC0-D315-44DA-A1C2-BAD9E102A70C}">
      <dsp:nvSpPr>
        <dsp:cNvPr id="0" name=""/>
        <dsp:cNvSpPr/>
      </dsp:nvSpPr>
      <dsp:spPr>
        <a:xfrm>
          <a:off x="1493203" y="552"/>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b="0" i="0" kern="1200"/>
            <a:t>Functions that determine how the state will change in response to an action.</a:t>
          </a:r>
          <a:endParaRPr lang="en-US" sz="2500" kern="1200"/>
        </a:p>
      </dsp:txBody>
      <dsp:txXfrm>
        <a:off x="1493203" y="552"/>
        <a:ext cx="6736396" cy="1292816"/>
      </dsp:txXfrm>
    </dsp:sp>
    <dsp:sp modelId="{3B9221C0-641C-481F-9705-2AEAD2297276}">
      <dsp:nvSpPr>
        <dsp:cNvPr id="0" name=""/>
        <dsp:cNvSpPr/>
      </dsp:nvSpPr>
      <dsp:spPr>
        <a:xfrm>
          <a:off x="0" y="161657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478E21-AD1D-4981-BE42-C99A8933E240}">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876EAC-C7E2-47CA-90AB-635B8E9975D2}">
      <dsp:nvSpPr>
        <dsp:cNvPr id="0" name=""/>
        <dsp:cNvSpPr/>
      </dsp:nvSpPr>
      <dsp:spPr>
        <a:xfrm>
          <a:off x="1493203" y="161657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b="0" i="0" kern="1200"/>
            <a:t>Receive the current state and an action as arguments, and return a new state.</a:t>
          </a:r>
          <a:endParaRPr lang="en-US" sz="2500" kern="1200"/>
        </a:p>
      </dsp:txBody>
      <dsp:txXfrm>
        <a:off x="1493203" y="1616573"/>
        <a:ext cx="6736396" cy="1292816"/>
      </dsp:txXfrm>
    </dsp:sp>
    <dsp:sp modelId="{6FE7A83F-3F76-4C2B-93F5-CA681C24EB02}">
      <dsp:nvSpPr>
        <dsp:cNvPr id="0" name=""/>
        <dsp:cNvSpPr/>
      </dsp:nvSpPr>
      <dsp:spPr>
        <a:xfrm>
          <a:off x="0" y="323259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69B064-A803-495A-83D5-EEF1AF13ABE0}">
      <dsp:nvSpPr>
        <dsp:cNvPr id="0" name=""/>
        <dsp:cNvSpPr/>
      </dsp:nvSpPr>
      <dsp:spPr>
        <a:xfrm>
          <a:off x="391077" y="3523477"/>
          <a:ext cx="711049" cy="711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FB36A0-6E68-470E-BE8B-048C45B87648}">
      <dsp:nvSpPr>
        <dsp:cNvPr id="0" name=""/>
        <dsp:cNvSpPr/>
      </dsp:nvSpPr>
      <dsp:spPr>
        <a:xfrm>
          <a:off x="1493203" y="323259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b="0" i="0" kern="1200"/>
            <a:t>Must remain pure functions – no side effects or mutations.</a:t>
          </a:r>
          <a:endParaRPr lang="en-US" sz="2500" kern="1200"/>
        </a:p>
      </dsp:txBody>
      <dsp:txXfrm>
        <a:off x="1493203" y="3232593"/>
        <a:ext cx="6736396" cy="129281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59038C-00CD-3E4F-963A-BEFFE7700E6A}" type="datetimeFigureOut">
              <a:rPr lang="en-US" smtClean="0"/>
              <a:t>4/1/24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E77487-7A9D-5841-BAF2-3A04D7834E57}" type="slidenum">
              <a:rPr lang="en-US" smtClean="0"/>
              <a:t>‹#›</a:t>
            </a:fld>
            <a:endParaRPr lang="en-US"/>
          </a:p>
        </p:txBody>
      </p:sp>
    </p:spTree>
    <p:extLst>
      <p:ext uri="{BB962C8B-B14F-4D97-AF65-F5344CB8AC3E}">
        <p14:creationId xmlns:p14="http://schemas.microsoft.com/office/powerpoint/2010/main" val="2528100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Welcome to </a:t>
            </a:r>
            <a:r>
              <a:rPr lang="en-US" sz="1200" kern="1200" dirty="0">
                <a:solidFill>
                  <a:schemeClr val="tx1"/>
                </a:solidFill>
                <a:effectLst/>
                <a:latin typeface="+mn-lt"/>
                <a:ea typeface="+mn-ea"/>
                <a:cs typeface="+mn-cs"/>
              </a:rPr>
              <a:t>Professional </a:t>
            </a:r>
            <a:r>
              <a:rPr lang="en-US" sz="1200" kern="1200" dirty="0" err="1">
                <a:solidFill>
                  <a:schemeClr val="tx1"/>
                </a:solidFill>
                <a:effectLst/>
                <a:latin typeface="+mn-lt"/>
                <a:ea typeface="+mn-ea"/>
                <a:cs typeface="+mn-cs"/>
              </a:rPr>
              <a:t>React.js</a:t>
            </a:r>
            <a:r>
              <a:rPr lang="en-US" sz="1200" kern="1200" dirty="0">
                <a:solidFill>
                  <a:schemeClr val="tx1"/>
                </a:solidFill>
                <a:effectLst/>
                <a:latin typeface="+mn-lt"/>
                <a:ea typeface="+mn-ea"/>
                <a:cs typeface="+mn-cs"/>
              </a:rPr>
              <a:t> Web App Development</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1</a:t>
            </a:fld>
            <a:endParaRPr lang="en-US"/>
          </a:p>
        </p:txBody>
      </p:sp>
    </p:spTree>
    <p:extLst>
      <p:ext uri="{BB962C8B-B14F-4D97-AF65-F5344CB8AC3E}">
        <p14:creationId xmlns:p14="http://schemas.microsoft.com/office/powerpoint/2010/main" val="3113574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a:t>
            </a:fld>
            <a:endParaRPr lang="en-US" dirty="0"/>
          </a:p>
        </p:txBody>
      </p:sp>
    </p:spTree>
    <p:extLst>
      <p:ext uri="{BB962C8B-B14F-4D97-AF65-F5344CB8AC3E}">
        <p14:creationId xmlns:p14="http://schemas.microsoft.com/office/powerpoint/2010/main" val="204910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3</a:t>
            </a:fld>
            <a:endParaRPr lang="en-US" dirty="0"/>
          </a:p>
        </p:txBody>
      </p:sp>
    </p:spTree>
    <p:extLst>
      <p:ext uri="{BB962C8B-B14F-4D97-AF65-F5344CB8AC3E}">
        <p14:creationId xmlns:p14="http://schemas.microsoft.com/office/powerpoint/2010/main" val="49916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4</a:t>
            </a:fld>
            <a:endParaRPr lang="en-US"/>
          </a:p>
        </p:txBody>
      </p:sp>
    </p:spTree>
    <p:extLst>
      <p:ext uri="{BB962C8B-B14F-4D97-AF65-F5344CB8AC3E}">
        <p14:creationId xmlns:p14="http://schemas.microsoft.com/office/powerpoint/2010/main" val="1879402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E77487-7A9D-5841-BAF2-3A04D7834E57}" type="slidenum">
              <a:rPr lang="en-US" smtClean="0"/>
              <a:t>6</a:t>
            </a:fld>
            <a:endParaRPr lang="en-US"/>
          </a:p>
        </p:txBody>
      </p:sp>
    </p:spTree>
    <p:extLst>
      <p:ext uri="{BB962C8B-B14F-4D97-AF65-F5344CB8AC3E}">
        <p14:creationId xmlns:p14="http://schemas.microsoft.com/office/powerpoint/2010/main" val="40610565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8</a:t>
            </a:fld>
            <a:endParaRPr lang="en-US"/>
          </a:p>
        </p:txBody>
      </p:sp>
    </p:spTree>
    <p:extLst>
      <p:ext uri="{BB962C8B-B14F-4D97-AF65-F5344CB8AC3E}">
        <p14:creationId xmlns:p14="http://schemas.microsoft.com/office/powerpoint/2010/main" val="2283634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E77487-7A9D-5841-BAF2-3A04D7834E57}" type="slidenum">
              <a:rPr lang="en-US" smtClean="0"/>
              <a:t>10</a:t>
            </a:fld>
            <a:endParaRPr lang="en-US"/>
          </a:p>
        </p:txBody>
      </p:sp>
    </p:spTree>
    <p:extLst>
      <p:ext uri="{BB962C8B-B14F-4D97-AF65-F5344CB8AC3E}">
        <p14:creationId xmlns:p14="http://schemas.microsoft.com/office/powerpoint/2010/main" val="4255961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74151"/>
                </a:solidFill>
                <a:effectLst/>
                <a:latin typeface="Söhne"/>
              </a:rPr>
              <a:t>The Component Lifecycle in React is a series of methods that get executed at different stages of a component’s life in the application. Understanding this lifecycle allows developers to control side effects, manage state, and optimize performance.</a:t>
            </a:r>
          </a:p>
          <a:p>
            <a:pPr algn="l"/>
            <a:r>
              <a:rPr lang="en-US" b="1" i="0" dirty="0">
                <a:solidFill>
                  <a:srgbClr val="374151"/>
                </a:solidFill>
                <a:effectLst/>
                <a:latin typeface="Söhne"/>
              </a:rPr>
              <a:t>Key Lifecycle Phases:</a:t>
            </a:r>
            <a:endParaRPr lang="en-US" b="0" i="0" dirty="0">
              <a:solidFill>
                <a:srgbClr val="374151"/>
              </a:solidFill>
              <a:effectLst/>
              <a:latin typeface="Söhne"/>
            </a:endParaRPr>
          </a:p>
          <a:p>
            <a:pPr algn="l">
              <a:buFont typeface="+mj-lt"/>
              <a:buAutoNum type="arabicPeriod"/>
            </a:pPr>
            <a:r>
              <a:rPr lang="en-US" b="1" i="0" dirty="0">
                <a:solidFill>
                  <a:srgbClr val="374151"/>
                </a:solidFill>
                <a:effectLst/>
                <a:latin typeface="Söhne"/>
              </a:rPr>
              <a:t>Mounting</a:t>
            </a:r>
            <a:r>
              <a:rPr lang="en-US" b="0" i="0" dirty="0">
                <a:solidFill>
                  <a:srgbClr val="374151"/>
                </a:solidFill>
                <a:effectLst/>
                <a:latin typeface="Söhne"/>
              </a:rPr>
              <a:t>: The process where the component is being created and inserted into the DOM.</a:t>
            </a:r>
          </a:p>
          <a:p>
            <a:pPr algn="l">
              <a:buFont typeface="+mj-lt"/>
              <a:buAutoNum type="arabicPeriod"/>
            </a:pPr>
            <a:r>
              <a:rPr lang="en-US" b="1" i="0" dirty="0">
                <a:solidFill>
                  <a:srgbClr val="374151"/>
                </a:solidFill>
                <a:effectLst/>
                <a:latin typeface="Söhne"/>
              </a:rPr>
              <a:t>Updating</a:t>
            </a:r>
            <a:r>
              <a:rPr lang="en-US" b="0" i="0" dirty="0">
                <a:solidFill>
                  <a:srgbClr val="374151"/>
                </a:solidFill>
                <a:effectLst/>
                <a:latin typeface="Söhne"/>
              </a:rPr>
              <a:t>: Occurs when a component's state or props change, leading to a re-render.</a:t>
            </a:r>
          </a:p>
          <a:p>
            <a:pPr algn="l">
              <a:buFont typeface="+mj-lt"/>
              <a:buAutoNum type="arabicPeriod"/>
            </a:pPr>
            <a:r>
              <a:rPr lang="en-US" b="1" i="0" dirty="0">
                <a:solidFill>
                  <a:srgbClr val="374151"/>
                </a:solidFill>
                <a:effectLst/>
                <a:latin typeface="Söhne"/>
              </a:rPr>
              <a:t>Unmounting</a:t>
            </a:r>
            <a:r>
              <a:rPr lang="en-US" b="0" i="0" dirty="0">
                <a:solidFill>
                  <a:srgbClr val="374151"/>
                </a:solidFill>
                <a:effectLst/>
                <a:latin typeface="Söhne"/>
              </a:rPr>
              <a:t>: The final phase, where the component is removed from the DOM.</a:t>
            </a:r>
          </a:p>
          <a:p>
            <a:pPr algn="l"/>
            <a:r>
              <a:rPr lang="en-US" b="0" i="0" dirty="0">
                <a:solidFill>
                  <a:srgbClr val="374151"/>
                </a:solidFill>
                <a:effectLst/>
                <a:latin typeface="Söhne"/>
              </a:rPr>
              <a:t>By utilizing lifecycle methods like </a:t>
            </a:r>
            <a:r>
              <a:rPr lang="en-US" b="0" i="0" dirty="0" err="1">
                <a:solidFill>
                  <a:srgbClr val="374151"/>
                </a:solidFill>
                <a:effectLst/>
                <a:latin typeface="Söhne"/>
              </a:rPr>
              <a:t>componentDidMount</a:t>
            </a:r>
            <a:r>
              <a:rPr lang="en-US" b="0" i="0" dirty="0">
                <a:solidFill>
                  <a:srgbClr val="374151"/>
                </a:solidFill>
                <a:effectLst/>
                <a:latin typeface="Söhne"/>
              </a:rPr>
              <a:t>, </a:t>
            </a:r>
            <a:r>
              <a:rPr lang="en-US" b="0" i="0" dirty="0" err="1">
                <a:solidFill>
                  <a:srgbClr val="374151"/>
                </a:solidFill>
                <a:effectLst/>
                <a:latin typeface="Söhne"/>
              </a:rPr>
              <a:t>componentDidUpdate</a:t>
            </a:r>
            <a:r>
              <a:rPr lang="en-US" b="0" i="0" dirty="0">
                <a:solidFill>
                  <a:srgbClr val="374151"/>
                </a:solidFill>
                <a:effectLst/>
                <a:latin typeface="Söhne"/>
              </a:rPr>
              <a:t>, and </a:t>
            </a:r>
            <a:r>
              <a:rPr lang="en-US" b="0" i="0" dirty="0" err="1">
                <a:solidFill>
                  <a:srgbClr val="374151"/>
                </a:solidFill>
                <a:effectLst/>
                <a:latin typeface="Söhne"/>
              </a:rPr>
              <a:t>componentWillUnmount</a:t>
            </a:r>
            <a:r>
              <a:rPr lang="en-US" b="0" i="0" dirty="0">
                <a:solidFill>
                  <a:srgbClr val="374151"/>
                </a:solidFill>
                <a:effectLst/>
                <a:latin typeface="Söhne"/>
              </a:rPr>
              <a:t>, you can run code at specific times in a component's life, making your application more robust and maintainable.</a:t>
            </a:r>
          </a:p>
          <a:p>
            <a:endParaRPr lang="en-US" dirty="0"/>
          </a:p>
        </p:txBody>
      </p:sp>
      <p:sp>
        <p:nvSpPr>
          <p:cNvPr id="4" name="Slide Number Placeholder 3"/>
          <p:cNvSpPr>
            <a:spLocks noGrp="1"/>
          </p:cNvSpPr>
          <p:nvPr>
            <p:ph type="sldNum" sz="quarter" idx="5"/>
          </p:nvPr>
        </p:nvSpPr>
        <p:spPr/>
        <p:txBody>
          <a:bodyPr/>
          <a:lstStyle/>
          <a:p>
            <a:fld id="{66E77487-7A9D-5841-BAF2-3A04D7834E57}" type="slidenum">
              <a:rPr lang="en-US" smtClean="0"/>
              <a:t>11</a:t>
            </a:fld>
            <a:endParaRPr lang="en-US"/>
          </a:p>
        </p:txBody>
      </p:sp>
    </p:spTree>
    <p:extLst>
      <p:ext uri="{BB962C8B-B14F-4D97-AF65-F5344CB8AC3E}">
        <p14:creationId xmlns:p14="http://schemas.microsoft.com/office/powerpoint/2010/main" val="639462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12</a:t>
            </a:fld>
            <a:endParaRPr lang="en-US"/>
          </a:p>
        </p:txBody>
      </p:sp>
    </p:spTree>
    <p:extLst>
      <p:ext uri="{BB962C8B-B14F-4D97-AF65-F5344CB8AC3E}">
        <p14:creationId xmlns:p14="http://schemas.microsoft.com/office/powerpoint/2010/main" val="2827757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13</a:t>
            </a:fld>
            <a:endParaRPr lang="en-US"/>
          </a:p>
        </p:txBody>
      </p:sp>
    </p:spTree>
    <p:extLst>
      <p:ext uri="{BB962C8B-B14F-4D97-AF65-F5344CB8AC3E}">
        <p14:creationId xmlns:p14="http://schemas.microsoft.com/office/powerpoint/2010/main" val="3326825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14</a:t>
            </a:fld>
            <a:endParaRPr lang="en-US"/>
          </a:p>
        </p:txBody>
      </p:sp>
    </p:spTree>
    <p:extLst>
      <p:ext uri="{BB962C8B-B14F-4D97-AF65-F5344CB8AC3E}">
        <p14:creationId xmlns:p14="http://schemas.microsoft.com/office/powerpoint/2010/main" val="23108125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15</a:t>
            </a:fld>
            <a:endParaRPr lang="en-US"/>
          </a:p>
        </p:txBody>
      </p:sp>
    </p:spTree>
    <p:extLst>
      <p:ext uri="{BB962C8B-B14F-4D97-AF65-F5344CB8AC3E}">
        <p14:creationId xmlns:p14="http://schemas.microsoft.com/office/powerpoint/2010/main" val="13176999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16</a:t>
            </a:fld>
            <a:endParaRPr lang="en-US"/>
          </a:p>
        </p:txBody>
      </p:sp>
    </p:spTree>
    <p:extLst>
      <p:ext uri="{BB962C8B-B14F-4D97-AF65-F5344CB8AC3E}">
        <p14:creationId xmlns:p14="http://schemas.microsoft.com/office/powerpoint/2010/main" val="35175561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E77487-7A9D-5841-BAF2-3A04D7834E57}" type="slidenum">
              <a:rPr lang="en-US" smtClean="0"/>
              <a:t>17</a:t>
            </a:fld>
            <a:endParaRPr lang="en-US"/>
          </a:p>
        </p:txBody>
      </p:sp>
    </p:spTree>
    <p:extLst>
      <p:ext uri="{BB962C8B-B14F-4D97-AF65-F5344CB8AC3E}">
        <p14:creationId xmlns:p14="http://schemas.microsoft.com/office/powerpoint/2010/main" val="3505403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18</a:t>
            </a:fld>
            <a:endParaRPr lang="en-US"/>
          </a:p>
        </p:txBody>
      </p:sp>
    </p:spTree>
    <p:extLst>
      <p:ext uri="{BB962C8B-B14F-4D97-AF65-F5344CB8AC3E}">
        <p14:creationId xmlns:p14="http://schemas.microsoft.com/office/powerpoint/2010/main" val="131310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19</a:t>
            </a:fld>
            <a:endParaRPr lang="en-US"/>
          </a:p>
        </p:txBody>
      </p:sp>
    </p:spTree>
    <p:extLst>
      <p:ext uri="{BB962C8B-B14F-4D97-AF65-F5344CB8AC3E}">
        <p14:creationId xmlns:p14="http://schemas.microsoft.com/office/powerpoint/2010/main" val="20823986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21</a:t>
            </a:fld>
            <a:endParaRPr lang="en-US"/>
          </a:p>
        </p:txBody>
      </p:sp>
    </p:spTree>
    <p:extLst>
      <p:ext uri="{BB962C8B-B14F-4D97-AF65-F5344CB8AC3E}">
        <p14:creationId xmlns:p14="http://schemas.microsoft.com/office/powerpoint/2010/main" val="3191091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25</a:t>
            </a:fld>
            <a:endParaRPr lang="en-US"/>
          </a:p>
        </p:txBody>
      </p:sp>
    </p:spTree>
    <p:extLst>
      <p:ext uri="{BB962C8B-B14F-4D97-AF65-F5344CB8AC3E}">
        <p14:creationId xmlns:p14="http://schemas.microsoft.com/office/powerpoint/2010/main" val="6001588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31</a:t>
            </a:fld>
            <a:endParaRPr lang="en-US"/>
          </a:p>
        </p:txBody>
      </p:sp>
    </p:spTree>
    <p:extLst>
      <p:ext uri="{BB962C8B-B14F-4D97-AF65-F5344CB8AC3E}">
        <p14:creationId xmlns:p14="http://schemas.microsoft.com/office/powerpoint/2010/main" val="5848911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32</a:t>
            </a:fld>
            <a:endParaRPr lang="en-US"/>
          </a:p>
        </p:txBody>
      </p:sp>
    </p:spTree>
    <p:extLst>
      <p:ext uri="{BB962C8B-B14F-4D97-AF65-F5344CB8AC3E}">
        <p14:creationId xmlns:p14="http://schemas.microsoft.com/office/powerpoint/2010/main" val="2830258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33</a:t>
            </a:fld>
            <a:endParaRPr lang="en-US"/>
          </a:p>
        </p:txBody>
      </p:sp>
    </p:spTree>
    <p:extLst>
      <p:ext uri="{BB962C8B-B14F-4D97-AF65-F5344CB8AC3E}">
        <p14:creationId xmlns:p14="http://schemas.microsoft.com/office/powerpoint/2010/main" val="26240199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34</a:t>
            </a:fld>
            <a:endParaRPr lang="en-US"/>
          </a:p>
        </p:txBody>
      </p:sp>
    </p:spTree>
    <p:extLst>
      <p:ext uri="{BB962C8B-B14F-4D97-AF65-F5344CB8AC3E}">
        <p14:creationId xmlns:p14="http://schemas.microsoft.com/office/powerpoint/2010/main" val="35700003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35</a:t>
            </a:fld>
            <a:endParaRPr lang="en-US"/>
          </a:p>
        </p:txBody>
      </p:sp>
    </p:spTree>
    <p:extLst>
      <p:ext uri="{BB962C8B-B14F-4D97-AF65-F5344CB8AC3E}">
        <p14:creationId xmlns:p14="http://schemas.microsoft.com/office/powerpoint/2010/main" val="26887258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36</a:t>
            </a:fld>
            <a:endParaRPr lang="en-US"/>
          </a:p>
        </p:txBody>
      </p:sp>
    </p:spTree>
    <p:extLst>
      <p:ext uri="{BB962C8B-B14F-4D97-AF65-F5344CB8AC3E}">
        <p14:creationId xmlns:p14="http://schemas.microsoft.com/office/powerpoint/2010/main" val="41813573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37</a:t>
            </a:fld>
            <a:endParaRPr lang="en-US"/>
          </a:p>
        </p:txBody>
      </p:sp>
    </p:spTree>
    <p:extLst>
      <p:ext uri="{BB962C8B-B14F-4D97-AF65-F5344CB8AC3E}">
        <p14:creationId xmlns:p14="http://schemas.microsoft.com/office/powerpoint/2010/main" val="28590578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38</a:t>
            </a:fld>
            <a:endParaRPr lang="en-US"/>
          </a:p>
        </p:txBody>
      </p:sp>
    </p:spTree>
    <p:extLst>
      <p:ext uri="{BB962C8B-B14F-4D97-AF65-F5344CB8AC3E}">
        <p14:creationId xmlns:p14="http://schemas.microsoft.com/office/powerpoint/2010/main" val="12103817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39</a:t>
            </a:fld>
            <a:endParaRPr lang="en-US"/>
          </a:p>
        </p:txBody>
      </p:sp>
    </p:spTree>
    <p:extLst>
      <p:ext uri="{BB962C8B-B14F-4D97-AF65-F5344CB8AC3E}">
        <p14:creationId xmlns:p14="http://schemas.microsoft.com/office/powerpoint/2010/main" val="27364128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E77487-7A9D-5841-BAF2-3A04D7834E57}" type="slidenum">
              <a:rPr lang="en-US" smtClean="0"/>
              <a:t>40</a:t>
            </a:fld>
            <a:endParaRPr lang="en-US"/>
          </a:p>
        </p:txBody>
      </p:sp>
    </p:spTree>
    <p:extLst>
      <p:ext uri="{BB962C8B-B14F-4D97-AF65-F5344CB8AC3E}">
        <p14:creationId xmlns:p14="http://schemas.microsoft.com/office/powerpoint/2010/main" val="4749449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41</a:t>
            </a:fld>
            <a:endParaRPr lang="en-US"/>
          </a:p>
        </p:txBody>
      </p:sp>
    </p:spTree>
    <p:extLst>
      <p:ext uri="{BB962C8B-B14F-4D97-AF65-F5344CB8AC3E}">
        <p14:creationId xmlns:p14="http://schemas.microsoft.com/office/powerpoint/2010/main" val="3527288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42</a:t>
            </a:fld>
            <a:endParaRPr lang="en-US"/>
          </a:p>
        </p:txBody>
      </p:sp>
    </p:spTree>
    <p:extLst>
      <p:ext uri="{BB962C8B-B14F-4D97-AF65-F5344CB8AC3E}">
        <p14:creationId xmlns:p14="http://schemas.microsoft.com/office/powerpoint/2010/main" val="3667049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43</a:t>
            </a:fld>
            <a:endParaRPr lang="en-US"/>
          </a:p>
        </p:txBody>
      </p:sp>
    </p:spTree>
    <p:extLst>
      <p:ext uri="{BB962C8B-B14F-4D97-AF65-F5344CB8AC3E}">
        <p14:creationId xmlns:p14="http://schemas.microsoft.com/office/powerpoint/2010/main" val="7992663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47</a:t>
            </a:fld>
            <a:endParaRPr lang="en-US"/>
          </a:p>
        </p:txBody>
      </p:sp>
    </p:spTree>
    <p:extLst>
      <p:ext uri="{BB962C8B-B14F-4D97-AF65-F5344CB8AC3E}">
        <p14:creationId xmlns:p14="http://schemas.microsoft.com/office/powerpoint/2010/main" val="25342323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48</a:t>
            </a:fld>
            <a:endParaRPr lang="en-US"/>
          </a:p>
        </p:txBody>
      </p:sp>
    </p:spTree>
    <p:extLst>
      <p:ext uri="{BB962C8B-B14F-4D97-AF65-F5344CB8AC3E}">
        <p14:creationId xmlns:p14="http://schemas.microsoft.com/office/powerpoint/2010/main" val="42012700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49</a:t>
            </a:fld>
            <a:endParaRPr lang="en-US"/>
          </a:p>
        </p:txBody>
      </p:sp>
    </p:spTree>
    <p:extLst>
      <p:ext uri="{BB962C8B-B14F-4D97-AF65-F5344CB8AC3E}">
        <p14:creationId xmlns:p14="http://schemas.microsoft.com/office/powerpoint/2010/main" val="41641712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E77487-7A9D-5841-BAF2-3A04D7834E57}" type="slidenum">
              <a:rPr lang="en-US" smtClean="0"/>
              <a:t>50</a:t>
            </a:fld>
            <a:endParaRPr lang="en-US"/>
          </a:p>
        </p:txBody>
      </p:sp>
    </p:spTree>
    <p:extLst>
      <p:ext uri="{BB962C8B-B14F-4D97-AF65-F5344CB8AC3E}">
        <p14:creationId xmlns:p14="http://schemas.microsoft.com/office/powerpoint/2010/main" val="25015713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E77487-7A9D-5841-BAF2-3A04D7834E57}" type="slidenum">
              <a:rPr lang="en-US" smtClean="0"/>
              <a:t>51</a:t>
            </a:fld>
            <a:endParaRPr lang="en-US"/>
          </a:p>
        </p:txBody>
      </p:sp>
    </p:spTree>
    <p:extLst>
      <p:ext uri="{BB962C8B-B14F-4D97-AF65-F5344CB8AC3E}">
        <p14:creationId xmlns:p14="http://schemas.microsoft.com/office/powerpoint/2010/main" val="16477078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E77487-7A9D-5841-BAF2-3A04D7834E57}" type="slidenum">
              <a:rPr lang="en-US" smtClean="0"/>
              <a:t>52</a:t>
            </a:fld>
            <a:endParaRPr lang="en-US"/>
          </a:p>
        </p:txBody>
      </p:sp>
    </p:spTree>
    <p:extLst>
      <p:ext uri="{BB962C8B-B14F-4D97-AF65-F5344CB8AC3E}">
        <p14:creationId xmlns:p14="http://schemas.microsoft.com/office/powerpoint/2010/main" val="23725515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53</a:t>
            </a:fld>
            <a:endParaRPr lang="en-US"/>
          </a:p>
        </p:txBody>
      </p:sp>
    </p:spTree>
    <p:extLst>
      <p:ext uri="{BB962C8B-B14F-4D97-AF65-F5344CB8AC3E}">
        <p14:creationId xmlns:p14="http://schemas.microsoft.com/office/powerpoint/2010/main" val="18237552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54</a:t>
            </a:fld>
            <a:endParaRPr lang="en-US"/>
          </a:p>
        </p:txBody>
      </p:sp>
    </p:spTree>
    <p:extLst>
      <p:ext uri="{BB962C8B-B14F-4D97-AF65-F5344CB8AC3E}">
        <p14:creationId xmlns:p14="http://schemas.microsoft.com/office/powerpoint/2010/main" val="28799488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55</a:t>
            </a:fld>
            <a:endParaRPr lang="en-US"/>
          </a:p>
        </p:txBody>
      </p:sp>
    </p:spTree>
    <p:extLst>
      <p:ext uri="{BB962C8B-B14F-4D97-AF65-F5344CB8AC3E}">
        <p14:creationId xmlns:p14="http://schemas.microsoft.com/office/powerpoint/2010/main" val="32412683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56</a:t>
            </a:fld>
            <a:endParaRPr lang="en-US"/>
          </a:p>
        </p:txBody>
      </p:sp>
    </p:spTree>
    <p:extLst>
      <p:ext uri="{BB962C8B-B14F-4D97-AF65-F5344CB8AC3E}">
        <p14:creationId xmlns:p14="http://schemas.microsoft.com/office/powerpoint/2010/main" val="12007820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57</a:t>
            </a:fld>
            <a:endParaRPr lang="en-US"/>
          </a:p>
        </p:txBody>
      </p:sp>
    </p:spTree>
    <p:extLst>
      <p:ext uri="{BB962C8B-B14F-4D97-AF65-F5344CB8AC3E}">
        <p14:creationId xmlns:p14="http://schemas.microsoft.com/office/powerpoint/2010/main" val="18647873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E77487-7A9D-5841-BAF2-3A04D7834E57}" type="slidenum">
              <a:rPr lang="en-US" smtClean="0"/>
              <a:t>58</a:t>
            </a:fld>
            <a:endParaRPr lang="en-US"/>
          </a:p>
        </p:txBody>
      </p:sp>
    </p:spTree>
    <p:extLst>
      <p:ext uri="{BB962C8B-B14F-4D97-AF65-F5344CB8AC3E}">
        <p14:creationId xmlns:p14="http://schemas.microsoft.com/office/powerpoint/2010/main" val="40190820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59</a:t>
            </a:fld>
            <a:endParaRPr lang="en-US"/>
          </a:p>
        </p:txBody>
      </p:sp>
    </p:spTree>
    <p:extLst>
      <p:ext uri="{BB962C8B-B14F-4D97-AF65-F5344CB8AC3E}">
        <p14:creationId xmlns:p14="http://schemas.microsoft.com/office/powerpoint/2010/main" val="282033987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60</a:t>
            </a:fld>
            <a:endParaRPr lang="en-US"/>
          </a:p>
        </p:txBody>
      </p:sp>
    </p:spTree>
    <p:extLst>
      <p:ext uri="{BB962C8B-B14F-4D97-AF65-F5344CB8AC3E}">
        <p14:creationId xmlns:p14="http://schemas.microsoft.com/office/powerpoint/2010/main" val="19593607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The </a:t>
            </a:r>
            <a:r>
              <a:rPr lang="en-US" dirty="0" err="1"/>
              <a:t>createSelector</a:t>
            </a:r>
            <a:r>
              <a:rPr lang="en-US" b="0" i="0" dirty="0">
                <a:solidFill>
                  <a:srgbClr val="374151"/>
                </a:solidFill>
                <a:effectLst/>
                <a:latin typeface="Söhne"/>
              </a:rPr>
              <a:t> function in Redux Toolkit allows you to create </a:t>
            </a:r>
            <a:r>
              <a:rPr lang="en-US" b="0" i="0" dirty="0" err="1">
                <a:solidFill>
                  <a:srgbClr val="374151"/>
                </a:solidFill>
                <a:effectLst/>
                <a:latin typeface="Söhne"/>
              </a:rPr>
              <a:t>memoized</a:t>
            </a:r>
            <a:r>
              <a:rPr lang="en-US" b="0" i="0" dirty="0">
                <a:solidFill>
                  <a:srgbClr val="374151"/>
                </a:solidFill>
                <a:effectLst/>
                <a:latin typeface="Söhne"/>
              </a:rPr>
              <a:t> selectors. </a:t>
            </a:r>
            <a:r>
              <a:rPr lang="en-US" b="0" i="0" dirty="0" err="1">
                <a:solidFill>
                  <a:srgbClr val="374151"/>
                </a:solidFill>
                <a:effectLst/>
                <a:latin typeface="Söhne"/>
              </a:rPr>
              <a:t>Memoization</a:t>
            </a:r>
            <a:r>
              <a:rPr lang="en-US" b="0" i="0" dirty="0">
                <a:solidFill>
                  <a:srgbClr val="374151"/>
                </a:solidFill>
                <a:effectLst/>
                <a:latin typeface="Söhne"/>
              </a:rPr>
              <a:t> helps to optimize re-rendering and re-computation by caching the result of complex calculations based on the Redux state.</a:t>
            </a:r>
            <a:endParaRPr lang="en-US" dirty="0"/>
          </a:p>
        </p:txBody>
      </p:sp>
      <p:sp>
        <p:nvSpPr>
          <p:cNvPr id="4" name="Slide Number Placeholder 3"/>
          <p:cNvSpPr>
            <a:spLocks noGrp="1"/>
          </p:cNvSpPr>
          <p:nvPr>
            <p:ph type="sldNum" sz="quarter" idx="5"/>
          </p:nvPr>
        </p:nvSpPr>
        <p:spPr/>
        <p:txBody>
          <a:bodyPr/>
          <a:lstStyle/>
          <a:p>
            <a:fld id="{66E77487-7A9D-5841-BAF2-3A04D7834E57}" type="slidenum">
              <a:rPr lang="en-US" smtClean="0"/>
              <a:t>61</a:t>
            </a:fld>
            <a:endParaRPr lang="en-US"/>
          </a:p>
        </p:txBody>
      </p:sp>
    </p:spTree>
    <p:extLst>
      <p:ext uri="{BB962C8B-B14F-4D97-AF65-F5344CB8AC3E}">
        <p14:creationId xmlns:p14="http://schemas.microsoft.com/office/powerpoint/2010/main" val="25053067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62</a:t>
            </a:fld>
            <a:endParaRPr lang="en-US"/>
          </a:p>
        </p:txBody>
      </p:sp>
    </p:spTree>
    <p:extLst>
      <p:ext uri="{BB962C8B-B14F-4D97-AF65-F5344CB8AC3E}">
        <p14:creationId xmlns:p14="http://schemas.microsoft.com/office/powerpoint/2010/main" val="27693549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021772F-E995-D343-8DA3-89A465942369}" type="slidenum">
              <a:rPr lang="en-US" smtClean="0"/>
              <a:t>64</a:t>
            </a:fld>
            <a:endParaRPr lang="en-US"/>
          </a:p>
        </p:txBody>
      </p:sp>
    </p:spTree>
    <p:extLst>
      <p:ext uri="{BB962C8B-B14F-4D97-AF65-F5344CB8AC3E}">
        <p14:creationId xmlns:p14="http://schemas.microsoft.com/office/powerpoint/2010/main" val="5887199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65</a:t>
            </a:fld>
            <a:endParaRPr lang="en-US"/>
          </a:p>
        </p:txBody>
      </p:sp>
    </p:spTree>
    <p:extLst>
      <p:ext uri="{BB962C8B-B14F-4D97-AF65-F5344CB8AC3E}">
        <p14:creationId xmlns:p14="http://schemas.microsoft.com/office/powerpoint/2010/main" val="16531106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21772F-E995-D343-8DA3-89A465942369}" type="slidenum">
              <a:rPr lang="en-US" smtClean="0"/>
              <a:t>66</a:t>
            </a:fld>
            <a:endParaRPr lang="en-US"/>
          </a:p>
        </p:txBody>
      </p:sp>
    </p:spTree>
    <p:extLst>
      <p:ext uri="{BB962C8B-B14F-4D97-AF65-F5344CB8AC3E}">
        <p14:creationId xmlns:p14="http://schemas.microsoft.com/office/powerpoint/2010/main" val="24203398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21772F-E995-D343-8DA3-89A465942369}" type="slidenum">
              <a:rPr lang="en-US" smtClean="0"/>
              <a:t>67</a:t>
            </a:fld>
            <a:endParaRPr lang="en-US"/>
          </a:p>
        </p:txBody>
      </p:sp>
    </p:spTree>
    <p:extLst>
      <p:ext uri="{BB962C8B-B14F-4D97-AF65-F5344CB8AC3E}">
        <p14:creationId xmlns:p14="http://schemas.microsoft.com/office/powerpoint/2010/main" val="14370110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021772F-E995-D343-8DA3-89A465942369}" type="slidenum">
              <a:rPr lang="en-US" smtClean="0"/>
              <a:t>68</a:t>
            </a:fld>
            <a:endParaRPr lang="en-US"/>
          </a:p>
        </p:txBody>
      </p:sp>
    </p:spTree>
    <p:extLst>
      <p:ext uri="{BB962C8B-B14F-4D97-AF65-F5344CB8AC3E}">
        <p14:creationId xmlns:p14="http://schemas.microsoft.com/office/powerpoint/2010/main" val="419122978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69</a:t>
            </a:fld>
            <a:endParaRPr lang="en-US"/>
          </a:p>
        </p:txBody>
      </p:sp>
    </p:spTree>
    <p:extLst>
      <p:ext uri="{BB962C8B-B14F-4D97-AF65-F5344CB8AC3E}">
        <p14:creationId xmlns:p14="http://schemas.microsoft.com/office/powerpoint/2010/main" val="3107090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70</a:t>
            </a:fld>
            <a:endParaRPr lang="en-US" dirty="0"/>
          </a:p>
        </p:txBody>
      </p:sp>
    </p:spTree>
    <p:extLst>
      <p:ext uri="{BB962C8B-B14F-4D97-AF65-F5344CB8AC3E}">
        <p14:creationId xmlns:p14="http://schemas.microsoft.com/office/powerpoint/2010/main" val="35646526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72</a:t>
            </a:fld>
            <a:endParaRPr lang="en-US"/>
          </a:p>
        </p:txBody>
      </p:sp>
    </p:spTree>
    <p:extLst>
      <p:ext uri="{BB962C8B-B14F-4D97-AF65-F5344CB8AC3E}">
        <p14:creationId xmlns:p14="http://schemas.microsoft.com/office/powerpoint/2010/main" val="29065823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73</a:t>
            </a:fld>
            <a:endParaRPr lang="en-US"/>
          </a:p>
        </p:txBody>
      </p:sp>
    </p:spTree>
    <p:extLst>
      <p:ext uri="{BB962C8B-B14F-4D97-AF65-F5344CB8AC3E}">
        <p14:creationId xmlns:p14="http://schemas.microsoft.com/office/powerpoint/2010/main" val="188328442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74</a:t>
            </a:fld>
            <a:endParaRPr lang="en-US"/>
          </a:p>
        </p:txBody>
      </p:sp>
    </p:spTree>
    <p:extLst>
      <p:ext uri="{BB962C8B-B14F-4D97-AF65-F5344CB8AC3E}">
        <p14:creationId xmlns:p14="http://schemas.microsoft.com/office/powerpoint/2010/main" val="146291131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75</a:t>
            </a:fld>
            <a:endParaRPr lang="en-US"/>
          </a:p>
        </p:txBody>
      </p:sp>
    </p:spTree>
    <p:extLst>
      <p:ext uri="{BB962C8B-B14F-4D97-AF65-F5344CB8AC3E}">
        <p14:creationId xmlns:p14="http://schemas.microsoft.com/office/powerpoint/2010/main" val="402343275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76</a:t>
            </a:fld>
            <a:endParaRPr lang="en-US"/>
          </a:p>
        </p:txBody>
      </p:sp>
    </p:spTree>
    <p:extLst>
      <p:ext uri="{BB962C8B-B14F-4D97-AF65-F5344CB8AC3E}">
        <p14:creationId xmlns:p14="http://schemas.microsoft.com/office/powerpoint/2010/main" val="7742130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77</a:t>
            </a:fld>
            <a:endParaRPr lang="en-US"/>
          </a:p>
        </p:txBody>
      </p:sp>
    </p:spTree>
    <p:extLst>
      <p:ext uri="{BB962C8B-B14F-4D97-AF65-F5344CB8AC3E}">
        <p14:creationId xmlns:p14="http://schemas.microsoft.com/office/powerpoint/2010/main" val="142108639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78</a:t>
            </a:fld>
            <a:endParaRPr lang="en-US"/>
          </a:p>
        </p:txBody>
      </p:sp>
    </p:spTree>
    <p:extLst>
      <p:ext uri="{BB962C8B-B14F-4D97-AF65-F5344CB8AC3E}">
        <p14:creationId xmlns:p14="http://schemas.microsoft.com/office/powerpoint/2010/main" val="160975128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79</a:t>
            </a:fld>
            <a:endParaRPr lang="en-US"/>
          </a:p>
        </p:txBody>
      </p:sp>
    </p:spTree>
    <p:extLst>
      <p:ext uri="{BB962C8B-B14F-4D97-AF65-F5344CB8AC3E}">
        <p14:creationId xmlns:p14="http://schemas.microsoft.com/office/powerpoint/2010/main" val="399838318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82</a:t>
            </a:fld>
            <a:endParaRPr lang="en-US"/>
          </a:p>
        </p:txBody>
      </p:sp>
    </p:spTree>
    <p:extLst>
      <p:ext uri="{BB962C8B-B14F-4D97-AF65-F5344CB8AC3E}">
        <p14:creationId xmlns:p14="http://schemas.microsoft.com/office/powerpoint/2010/main" val="109125677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83</a:t>
            </a:fld>
            <a:endParaRPr lang="en-US"/>
          </a:p>
        </p:txBody>
      </p:sp>
    </p:spTree>
    <p:extLst>
      <p:ext uri="{BB962C8B-B14F-4D97-AF65-F5344CB8AC3E}">
        <p14:creationId xmlns:p14="http://schemas.microsoft.com/office/powerpoint/2010/main" val="227608536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84</a:t>
            </a:fld>
            <a:endParaRPr lang="en-US"/>
          </a:p>
        </p:txBody>
      </p:sp>
    </p:spTree>
    <p:extLst>
      <p:ext uri="{BB962C8B-B14F-4D97-AF65-F5344CB8AC3E}">
        <p14:creationId xmlns:p14="http://schemas.microsoft.com/office/powerpoint/2010/main" val="188257378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86</a:t>
            </a:fld>
            <a:endParaRPr lang="en-US"/>
          </a:p>
        </p:txBody>
      </p:sp>
    </p:spTree>
    <p:extLst>
      <p:ext uri="{BB962C8B-B14F-4D97-AF65-F5344CB8AC3E}">
        <p14:creationId xmlns:p14="http://schemas.microsoft.com/office/powerpoint/2010/main" val="19214147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87</a:t>
            </a:fld>
            <a:endParaRPr lang="en-US"/>
          </a:p>
        </p:txBody>
      </p:sp>
    </p:spTree>
    <p:extLst>
      <p:ext uri="{BB962C8B-B14F-4D97-AF65-F5344CB8AC3E}">
        <p14:creationId xmlns:p14="http://schemas.microsoft.com/office/powerpoint/2010/main" val="179766002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88</a:t>
            </a:fld>
            <a:endParaRPr lang="en-US"/>
          </a:p>
        </p:txBody>
      </p:sp>
    </p:spTree>
    <p:extLst>
      <p:ext uri="{BB962C8B-B14F-4D97-AF65-F5344CB8AC3E}">
        <p14:creationId xmlns:p14="http://schemas.microsoft.com/office/powerpoint/2010/main" val="292622046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91</a:t>
            </a:fld>
            <a:endParaRPr lang="en-US"/>
          </a:p>
        </p:txBody>
      </p:sp>
    </p:spTree>
    <p:extLst>
      <p:ext uri="{BB962C8B-B14F-4D97-AF65-F5344CB8AC3E}">
        <p14:creationId xmlns:p14="http://schemas.microsoft.com/office/powerpoint/2010/main" val="40014100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92</a:t>
            </a:fld>
            <a:endParaRPr lang="en-US"/>
          </a:p>
        </p:txBody>
      </p:sp>
    </p:spTree>
    <p:extLst>
      <p:ext uri="{BB962C8B-B14F-4D97-AF65-F5344CB8AC3E}">
        <p14:creationId xmlns:p14="http://schemas.microsoft.com/office/powerpoint/2010/main" val="48313381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93</a:t>
            </a:fld>
            <a:endParaRPr lang="en-US"/>
          </a:p>
        </p:txBody>
      </p:sp>
    </p:spTree>
    <p:extLst>
      <p:ext uri="{BB962C8B-B14F-4D97-AF65-F5344CB8AC3E}">
        <p14:creationId xmlns:p14="http://schemas.microsoft.com/office/powerpoint/2010/main" val="345736447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94</a:t>
            </a:fld>
            <a:endParaRPr lang="en-US"/>
          </a:p>
        </p:txBody>
      </p:sp>
    </p:spTree>
    <p:extLst>
      <p:ext uri="{BB962C8B-B14F-4D97-AF65-F5344CB8AC3E}">
        <p14:creationId xmlns:p14="http://schemas.microsoft.com/office/powerpoint/2010/main" val="365150324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E77487-7A9D-5841-BAF2-3A04D7834E57}" type="slidenum">
              <a:rPr lang="en-US" smtClean="0"/>
              <a:t>96</a:t>
            </a:fld>
            <a:endParaRPr lang="en-US"/>
          </a:p>
        </p:txBody>
      </p:sp>
    </p:spTree>
    <p:extLst>
      <p:ext uri="{BB962C8B-B14F-4D97-AF65-F5344CB8AC3E}">
        <p14:creationId xmlns:p14="http://schemas.microsoft.com/office/powerpoint/2010/main" val="145185202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E77487-7A9D-5841-BAF2-3A04D7834E57}" type="slidenum">
              <a:rPr lang="en-US" smtClean="0"/>
              <a:t>97</a:t>
            </a:fld>
            <a:endParaRPr lang="en-US"/>
          </a:p>
        </p:txBody>
      </p:sp>
    </p:spTree>
    <p:extLst>
      <p:ext uri="{BB962C8B-B14F-4D97-AF65-F5344CB8AC3E}">
        <p14:creationId xmlns:p14="http://schemas.microsoft.com/office/powerpoint/2010/main" val="196339538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77487-7A9D-5841-BAF2-3A04D7834E57}" type="slidenum">
              <a:rPr lang="en-US" smtClean="0"/>
              <a:t>110</a:t>
            </a:fld>
            <a:endParaRPr lang="en-US"/>
          </a:p>
        </p:txBody>
      </p:sp>
    </p:spTree>
    <p:extLst>
      <p:ext uri="{BB962C8B-B14F-4D97-AF65-F5344CB8AC3E}">
        <p14:creationId xmlns:p14="http://schemas.microsoft.com/office/powerpoint/2010/main" val="3373331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68708B78-0E12-2E42-9F44-C61CBCCC0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58FD5C56-3150-C341-8165-4D65B2334A80}"/>
              </a:ext>
            </a:extLst>
          </p:cNvPr>
          <p:cNvSpPr>
            <a:spLocks noGrp="1"/>
          </p:cNvSpPr>
          <p:nvPr>
            <p:ph type="title"/>
          </p:nvPr>
        </p:nvSpPr>
        <p:spPr>
          <a:xfrm>
            <a:off x="628650" y="365125"/>
            <a:ext cx="7886700" cy="1325563"/>
          </a:xfrm>
        </p:spPr>
        <p:txBody>
          <a:bodyPr vert="horz" lIns="91440" tIns="45720" rIns="91440" bIns="45720" rtlCol="0" anchor="ctr">
            <a:normAutofit/>
          </a:bodyPr>
          <a:lstStyle/>
          <a:p>
            <a:endParaRPr lang="en-US" sz="4700" kern="1200" dirty="0">
              <a:solidFill>
                <a:schemeClr val="tx1"/>
              </a:solidFill>
              <a:latin typeface="+mj-lt"/>
              <a:ea typeface="+mj-ea"/>
              <a:cs typeface="+mj-cs"/>
            </a:endParaRPr>
          </a:p>
        </p:txBody>
      </p:sp>
      <p:sp>
        <p:nvSpPr>
          <p:cNvPr id="8" name="sketch line">
            <a:extLst>
              <a:ext uri="{FF2B5EF4-FFF2-40B4-BE49-F238E27FC236}">
                <a16:creationId xmlns:a16="http://schemas.microsoft.com/office/drawing/2014/main" id="{B00F7802-7E7D-5248-A6D1-3914398AF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 name="connsiteX0" fmla="*/ 0 w 8140446"/>
              <a:gd name="connsiteY0" fmla="*/ 0 h 18288"/>
              <a:gd name="connsiteX1" fmla="*/ 596966 w 8140446"/>
              <a:gd name="connsiteY1" fmla="*/ 0 h 18288"/>
              <a:gd name="connsiteX2" fmla="*/ 1031123 w 8140446"/>
              <a:gd name="connsiteY2" fmla="*/ 0 h 18288"/>
              <a:gd name="connsiteX3" fmla="*/ 1872303 w 8140446"/>
              <a:gd name="connsiteY3" fmla="*/ 0 h 18288"/>
              <a:gd name="connsiteX4" fmla="*/ 2469269 w 8140446"/>
              <a:gd name="connsiteY4" fmla="*/ 0 h 18288"/>
              <a:gd name="connsiteX5" fmla="*/ 3066235 w 8140446"/>
              <a:gd name="connsiteY5" fmla="*/ 0 h 18288"/>
              <a:gd name="connsiteX6" fmla="*/ 3907414 w 8140446"/>
              <a:gd name="connsiteY6" fmla="*/ 0 h 18288"/>
              <a:gd name="connsiteX7" fmla="*/ 4422976 w 8140446"/>
              <a:gd name="connsiteY7" fmla="*/ 0 h 18288"/>
              <a:gd name="connsiteX8" fmla="*/ 5264155 w 8140446"/>
              <a:gd name="connsiteY8" fmla="*/ 0 h 18288"/>
              <a:gd name="connsiteX9" fmla="*/ 6105335 w 8140446"/>
              <a:gd name="connsiteY9" fmla="*/ 0 h 18288"/>
              <a:gd name="connsiteX10" fmla="*/ 6783705 w 8140446"/>
              <a:gd name="connsiteY10" fmla="*/ 0 h 18288"/>
              <a:gd name="connsiteX11" fmla="*/ 8140446 w 8140446"/>
              <a:gd name="connsiteY11" fmla="*/ 0 h 18288"/>
              <a:gd name="connsiteX12" fmla="*/ 8140446 w 8140446"/>
              <a:gd name="connsiteY12" fmla="*/ 18288 h 18288"/>
              <a:gd name="connsiteX13" fmla="*/ 7706289 w 8140446"/>
              <a:gd name="connsiteY13" fmla="*/ 18288 h 18288"/>
              <a:gd name="connsiteX14" fmla="*/ 6865109 w 8140446"/>
              <a:gd name="connsiteY14" fmla="*/ 18288 h 18288"/>
              <a:gd name="connsiteX15" fmla="*/ 6349548 w 8140446"/>
              <a:gd name="connsiteY15" fmla="*/ 18288 h 18288"/>
              <a:gd name="connsiteX16" fmla="*/ 5671177 w 8140446"/>
              <a:gd name="connsiteY16" fmla="*/ 18288 h 18288"/>
              <a:gd name="connsiteX17" fmla="*/ 4829998 w 8140446"/>
              <a:gd name="connsiteY17" fmla="*/ 18288 h 18288"/>
              <a:gd name="connsiteX18" fmla="*/ 4151627 w 8140446"/>
              <a:gd name="connsiteY18" fmla="*/ 18288 h 18288"/>
              <a:gd name="connsiteX19" fmla="*/ 3717470 w 8140446"/>
              <a:gd name="connsiteY19" fmla="*/ 18288 h 18288"/>
              <a:gd name="connsiteX20" fmla="*/ 3201909 w 8140446"/>
              <a:gd name="connsiteY20" fmla="*/ 18288 h 18288"/>
              <a:gd name="connsiteX21" fmla="*/ 2360729 w 8140446"/>
              <a:gd name="connsiteY21" fmla="*/ 18288 h 18288"/>
              <a:gd name="connsiteX22" fmla="*/ 1682359 w 8140446"/>
              <a:gd name="connsiteY22" fmla="*/ 18288 h 18288"/>
              <a:gd name="connsiteX23" fmla="*/ 1166797 w 8140446"/>
              <a:gd name="connsiteY23" fmla="*/ 18288 h 18288"/>
              <a:gd name="connsiteX24" fmla="*/ 0 w 8140446"/>
              <a:gd name="connsiteY24" fmla="*/ 18288 h 18288"/>
              <a:gd name="connsiteX25" fmla="*/ 0 w 8140446"/>
              <a:gd name="connsiteY2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40446" h="18288" fill="none" extrusionOk="0">
                <a:moveTo>
                  <a:pt x="0" y="0"/>
                </a:moveTo>
                <a:cubicBezTo>
                  <a:pt x="87427" y="6231"/>
                  <a:pt x="309612" y="-26324"/>
                  <a:pt x="434157" y="0"/>
                </a:cubicBezTo>
                <a:cubicBezTo>
                  <a:pt x="536972" y="29330"/>
                  <a:pt x="959392" y="28619"/>
                  <a:pt x="1193932" y="0"/>
                </a:cubicBezTo>
                <a:cubicBezTo>
                  <a:pt x="1446097" y="13819"/>
                  <a:pt x="1471680" y="7203"/>
                  <a:pt x="1628089" y="0"/>
                </a:cubicBezTo>
                <a:cubicBezTo>
                  <a:pt x="1817415" y="4047"/>
                  <a:pt x="1949536" y="-59324"/>
                  <a:pt x="2225055" y="0"/>
                </a:cubicBezTo>
                <a:cubicBezTo>
                  <a:pt x="2520490" y="18365"/>
                  <a:pt x="2717469" y="18707"/>
                  <a:pt x="3066235" y="0"/>
                </a:cubicBezTo>
                <a:cubicBezTo>
                  <a:pt x="3437075" y="3751"/>
                  <a:pt x="3408347" y="31644"/>
                  <a:pt x="3744605" y="0"/>
                </a:cubicBezTo>
                <a:cubicBezTo>
                  <a:pt x="4097249" y="-11527"/>
                  <a:pt x="4249699" y="-32555"/>
                  <a:pt x="4504380" y="0"/>
                </a:cubicBezTo>
                <a:cubicBezTo>
                  <a:pt x="4737570" y="17980"/>
                  <a:pt x="4877497" y="1006"/>
                  <a:pt x="5101346" y="0"/>
                </a:cubicBezTo>
                <a:cubicBezTo>
                  <a:pt x="5359305" y="-15330"/>
                  <a:pt x="5447195" y="7257"/>
                  <a:pt x="5779717" y="0"/>
                </a:cubicBezTo>
                <a:cubicBezTo>
                  <a:pt x="6090019" y="-17621"/>
                  <a:pt x="6273151" y="4279"/>
                  <a:pt x="6620896" y="0"/>
                </a:cubicBezTo>
                <a:cubicBezTo>
                  <a:pt x="6968586" y="34056"/>
                  <a:pt x="6990073" y="23587"/>
                  <a:pt x="7136458" y="0"/>
                </a:cubicBezTo>
                <a:cubicBezTo>
                  <a:pt x="7320575" y="20480"/>
                  <a:pt x="7847401" y="-6173"/>
                  <a:pt x="8140446" y="0"/>
                </a:cubicBezTo>
                <a:cubicBezTo>
                  <a:pt x="8139878" y="7862"/>
                  <a:pt x="8140227" y="13269"/>
                  <a:pt x="8140446" y="18288"/>
                </a:cubicBezTo>
                <a:cubicBezTo>
                  <a:pt x="7908069" y="-20636"/>
                  <a:pt x="7683037" y="21977"/>
                  <a:pt x="7543480" y="18288"/>
                </a:cubicBezTo>
                <a:cubicBezTo>
                  <a:pt x="7393752" y="10050"/>
                  <a:pt x="7221032" y="-3229"/>
                  <a:pt x="7109323" y="18288"/>
                </a:cubicBezTo>
                <a:cubicBezTo>
                  <a:pt x="7015297" y="22483"/>
                  <a:pt x="6599332" y="40899"/>
                  <a:pt x="6430952" y="18288"/>
                </a:cubicBezTo>
                <a:cubicBezTo>
                  <a:pt x="6292915" y="-34150"/>
                  <a:pt x="6142305" y="21507"/>
                  <a:pt x="5915391" y="18288"/>
                </a:cubicBezTo>
                <a:cubicBezTo>
                  <a:pt x="5682725" y="47843"/>
                  <a:pt x="5440566" y="31420"/>
                  <a:pt x="5237020" y="18288"/>
                </a:cubicBezTo>
                <a:cubicBezTo>
                  <a:pt x="5046456" y="10577"/>
                  <a:pt x="4706449" y="51976"/>
                  <a:pt x="4558650" y="18288"/>
                </a:cubicBezTo>
                <a:cubicBezTo>
                  <a:pt x="4361396" y="-987"/>
                  <a:pt x="4145362" y="-22303"/>
                  <a:pt x="3880279" y="18288"/>
                </a:cubicBezTo>
                <a:cubicBezTo>
                  <a:pt x="3610716" y="25411"/>
                  <a:pt x="3472690" y="4008"/>
                  <a:pt x="3201909" y="18288"/>
                </a:cubicBezTo>
                <a:cubicBezTo>
                  <a:pt x="2913595" y="35097"/>
                  <a:pt x="2753317" y="-1149"/>
                  <a:pt x="2604943" y="18288"/>
                </a:cubicBezTo>
                <a:cubicBezTo>
                  <a:pt x="2450130" y="36989"/>
                  <a:pt x="1974183" y="40159"/>
                  <a:pt x="1845168" y="18288"/>
                </a:cubicBezTo>
                <a:cubicBezTo>
                  <a:pt x="1677929" y="220"/>
                  <a:pt x="1378098" y="-772"/>
                  <a:pt x="1166797" y="18288"/>
                </a:cubicBezTo>
                <a:cubicBezTo>
                  <a:pt x="921150" y="53277"/>
                  <a:pt x="327457" y="47297"/>
                  <a:pt x="0" y="18288"/>
                </a:cubicBezTo>
                <a:cubicBezTo>
                  <a:pt x="-589" y="13471"/>
                  <a:pt x="-474" y="7409"/>
                  <a:pt x="0" y="0"/>
                </a:cubicBezTo>
                <a:close/>
              </a:path>
              <a:path w="8140446" h="18288" stroke="0" extrusionOk="0">
                <a:moveTo>
                  <a:pt x="0" y="0"/>
                </a:moveTo>
                <a:cubicBezTo>
                  <a:pt x="136968" y="-25482"/>
                  <a:pt x="379786" y="11224"/>
                  <a:pt x="596966" y="0"/>
                </a:cubicBezTo>
                <a:cubicBezTo>
                  <a:pt x="815878" y="-21223"/>
                  <a:pt x="832062" y="11868"/>
                  <a:pt x="1031123" y="0"/>
                </a:cubicBezTo>
                <a:cubicBezTo>
                  <a:pt x="1256800" y="-30738"/>
                  <a:pt x="1658090" y="-20345"/>
                  <a:pt x="1872303" y="0"/>
                </a:cubicBezTo>
                <a:cubicBezTo>
                  <a:pt x="2115604" y="28431"/>
                  <a:pt x="2277865" y="-40642"/>
                  <a:pt x="2469269" y="0"/>
                </a:cubicBezTo>
                <a:cubicBezTo>
                  <a:pt x="2679731" y="25919"/>
                  <a:pt x="2788602" y="-6498"/>
                  <a:pt x="3066235" y="0"/>
                </a:cubicBezTo>
                <a:cubicBezTo>
                  <a:pt x="3325663" y="-14487"/>
                  <a:pt x="3706561" y="67517"/>
                  <a:pt x="3907414" y="0"/>
                </a:cubicBezTo>
                <a:cubicBezTo>
                  <a:pt x="4127229" y="-37113"/>
                  <a:pt x="4179037" y="-8167"/>
                  <a:pt x="4422976" y="0"/>
                </a:cubicBezTo>
                <a:cubicBezTo>
                  <a:pt x="4683575" y="-28486"/>
                  <a:pt x="5055803" y="-13799"/>
                  <a:pt x="5264155" y="0"/>
                </a:cubicBezTo>
                <a:cubicBezTo>
                  <a:pt x="5513566" y="14315"/>
                  <a:pt x="5735215" y="2768"/>
                  <a:pt x="6105335" y="0"/>
                </a:cubicBezTo>
                <a:cubicBezTo>
                  <a:pt x="6510913" y="-12587"/>
                  <a:pt x="6456171" y="3247"/>
                  <a:pt x="6783705" y="0"/>
                </a:cubicBezTo>
                <a:cubicBezTo>
                  <a:pt x="7057099" y="-15461"/>
                  <a:pt x="7592067" y="5384"/>
                  <a:pt x="8140446" y="0"/>
                </a:cubicBezTo>
                <a:cubicBezTo>
                  <a:pt x="8140452" y="8597"/>
                  <a:pt x="8141122" y="9732"/>
                  <a:pt x="8140446" y="18288"/>
                </a:cubicBezTo>
                <a:cubicBezTo>
                  <a:pt x="7961834" y="8406"/>
                  <a:pt x="7874097" y="10350"/>
                  <a:pt x="7706289" y="18288"/>
                </a:cubicBezTo>
                <a:cubicBezTo>
                  <a:pt x="7582508" y="-14920"/>
                  <a:pt x="7179551" y="-33111"/>
                  <a:pt x="6865109" y="18288"/>
                </a:cubicBezTo>
                <a:cubicBezTo>
                  <a:pt x="6583382" y="24117"/>
                  <a:pt x="6525821" y="36696"/>
                  <a:pt x="6349548" y="18288"/>
                </a:cubicBezTo>
                <a:cubicBezTo>
                  <a:pt x="6209953" y="10881"/>
                  <a:pt x="5959707" y="-47828"/>
                  <a:pt x="5671177" y="18288"/>
                </a:cubicBezTo>
                <a:cubicBezTo>
                  <a:pt x="5387744" y="29809"/>
                  <a:pt x="5228514" y="101507"/>
                  <a:pt x="4829998" y="18288"/>
                </a:cubicBezTo>
                <a:cubicBezTo>
                  <a:pt x="4415646" y="-28596"/>
                  <a:pt x="4343809" y="28954"/>
                  <a:pt x="4151627" y="18288"/>
                </a:cubicBezTo>
                <a:cubicBezTo>
                  <a:pt x="3950673" y="-9796"/>
                  <a:pt x="3879947" y="41143"/>
                  <a:pt x="3717470" y="18288"/>
                </a:cubicBezTo>
                <a:cubicBezTo>
                  <a:pt x="3558660" y="10110"/>
                  <a:pt x="3468854" y="29375"/>
                  <a:pt x="3201909" y="18288"/>
                </a:cubicBezTo>
                <a:cubicBezTo>
                  <a:pt x="2965673" y="10505"/>
                  <a:pt x="2568327" y="22116"/>
                  <a:pt x="2360729" y="18288"/>
                </a:cubicBezTo>
                <a:cubicBezTo>
                  <a:pt x="2171885" y="49144"/>
                  <a:pt x="1923258" y="16020"/>
                  <a:pt x="1682359" y="18288"/>
                </a:cubicBezTo>
                <a:cubicBezTo>
                  <a:pt x="1430698" y="-2378"/>
                  <a:pt x="1324229" y="-1751"/>
                  <a:pt x="1166797" y="18288"/>
                </a:cubicBezTo>
                <a:cubicBezTo>
                  <a:pt x="1001390" y="41795"/>
                  <a:pt x="324313" y="57964"/>
                  <a:pt x="0" y="18288"/>
                </a:cubicBezTo>
                <a:cubicBezTo>
                  <a:pt x="285" y="13135"/>
                  <a:pt x="532" y="5956"/>
                  <a:pt x="0" y="0"/>
                </a:cubicBezTo>
                <a:close/>
              </a:path>
              <a:path w="8140446" h="18288" fill="none" stroke="0" extrusionOk="0">
                <a:moveTo>
                  <a:pt x="0" y="0"/>
                </a:moveTo>
                <a:cubicBezTo>
                  <a:pt x="69532" y="-6557"/>
                  <a:pt x="264219" y="3919"/>
                  <a:pt x="434157" y="0"/>
                </a:cubicBezTo>
                <a:cubicBezTo>
                  <a:pt x="600013" y="9090"/>
                  <a:pt x="921449" y="-13478"/>
                  <a:pt x="1193932" y="0"/>
                </a:cubicBezTo>
                <a:cubicBezTo>
                  <a:pt x="1443592" y="14844"/>
                  <a:pt x="1471188" y="10722"/>
                  <a:pt x="1628089" y="0"/>
                </a:cubicBezTo>
                <a:cubicBezTo>
                  <a:pt x="1750006" y="-24149"/>
                  <a:pt x="1967480" y="-14904"/>
                  <a:pt x="2225055" y="0"/>
                </a:cubicBezTo>
                <a:cubicBezTo>
                  <a:pt x="2503918" y="19247"/>
                  <a:pt x="2709263" y="-16351"/>
                  <a:pt x="3066235" y="0"/>
                </a:cubicBezTo>
                <a:cubicBezTo>
                  <a:pt x="3429723" y="-1627"/>
                  <a:pt x="3399401" y="30976"/>
                  <a:pt x="3744605" y="0"/>
                </a:cubicBezTo>
                <a:cubicBezTo>
                  <a:pt x="4081920" y="-40602"/>
                  <a:pt x="4258272" y="-2441"/>
                  <a:pt x="4504380" y="0"/>
                </a:cubicBezTo>
                <a:cubicBezTo>
                  <a:pt x="4760039" y="21121"/>
                  <a:pt x="4866555" y="-1351"/>
                  <a:pt x="5101346" y="0"/>
                </a:cubicBezTo>
                <a:cubicBezTo>
                  <a:pt x="5336279" y="1859"/>
                  <a:pt x="5465100" y="30801"/>
                  <a:pt x="5779717" y="0"/>
                </a:cubicBezTo>
                <a:cubicBezTo>
                  <a:pt x="6117018" y="-2879"/>
                  <a:pt x="6273497" y="-5002"/>
                  <a:pt x="6620896" y="0"/>
                </a:cubicBezTo>
                <a:cubicBezTo>
                  <a:pt x="6972306" y="38666"/>
                  <a:pt x="6992056" y="28334"/>
                  <a:pt x="7136458" y="0"/>
                </a:cubicBezTo>
                <a:cubicBezTo>
                  <a:pt x="7325567" y="-61201"/>
                  <a:pt x="7766555" y="-88399"/>
                  <a:pt x="8140446" y="0"/>
                </a:cubicBezTo>
                <a:cubicBezTo>
                  <a:pt x="8140031" y="7748"/>
                  <a:pt x="8139515" y="13015"/>
                  <a:pt x="8140446" y="18288"/>
                </a:cubicBezTo>
                <a:cubicBezTo>
                  <a:pt x="7892673" y="-4012"/>
                  <a:pt x="7668025" y="650"/>
                  <a:pt x="7543480" y="18288"/>
                </a:cubicBezTo>
                <a:cubicBezTo>
                  <a:pt x="7406710" y="-3467"/>
                  <a:pt x="7207646" y="8893"/>
                  <a:pt x="7109323" y="18288"/>
                </a:cubicBezTo>
                <a:cubicBezTo>
                  <a:pt x="6993037" y="49011"/>
                  <a:pt x="6598723" y="59405"/>
                  <a:pt x="6430952" y="18288"/>
                </a:cubicBezTo>
                <a:cubicBezTo>
                  <a:pt x="6284771" y="15315"/>
                  <a:pt x="6162730" y="20350"/>
                  <a:pt x="5915391" y="18288"/>
                </a:cubicBezTo>
                <a:cubicBezTo>
                  <a:pt x="5684668" y="13603"/>
                  <a:pt x="5422852" y="53618"/>
                  <a:pt x="5237020" y="18288"/>
                </a:cubicBezTo>
                <a:cubicBezTo>
                  <a:pt x="5035482" y="26296"/>
                  <a:pt x="4719808" y="55145"/>
                  <a:pt x="4558650" y="18288"/>
                </a:cubicBezTo>
                <a:cubicBezTo>
                  <a:pt x="4375169" y="-35587"/>
                  <a:pt x="4137553" y="12086"/>
                  <a:pt x="3880279" y="18288"/>
                </a:cubicBezTo>
                <a:cubicBezTo>
                  <a:pt x="3624533" y="32648"/>
                  <a:pt x="3467387" y="6480"/>
                  <a:pt x="3201909" y="18288"/>
                </a:cubicBezTo>
                <a:cubicBezTo>
                  <a:pt x="2918126" y="73342"/>
                  <a:pt x="2717830" y="-17156"/>
                  <a:pt x="2604943" y="18288"/>
                </a:cubicBezTo>
                <a:cubicBezTo>
                  <a:pt x="2496133" y="44525"/>
                  <a:pt x="2003915" y="18254"/>
                  <a:pt x="1845168" y="18288"/>
                </a:cubicBezTo>
                <a:cubicBezTo>
                  <a:pt x="1694518" y="14989"/>
                  <a:pt x="1344959" y="44188"/>
                  <a:pt x="1166797" y="18288"/>
                </a:cubicBezTo>
                <a:cubicBezTo>
                  <a:pt x="935925" y="69451"/>
                  <a:pt x="319712" y="-63972"/>
                  <a:pt x="0" y="18288"/>
                </a:cubicBezTo>
                <a:cubicBezTo>
                  <a:pt x="1307" y="12414"/>
                  <a:pt x="-32" y="574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18">
            <a:extLst>
              <a:ext uri="{FF2B5EF4-FFF2-40B4-BE49-F238E27FC236}">
                <a16:creationId xmlns:a16="http://schemas.microsoft.com/office/drawing/2014/main" id="{EFDA70D6-E1F9-A14C-BD85-B27C3F0049F6}"/>
              </a:ext>
            </a:extLst>
          </p:cNvPr>
          <p:cNvSpPr>
            <a:spLocks noGrp="1"/>
          </p:cNvSpPr>
          <p:nvPr>
            <p:ph sz="quarter" idx="10"/>
          </p:nvPr>
        </p:nvSpPr>
        <p:spPr>
          <a:xfrm>
            <a:off x="628650" y="2028825"/>
            <a:ext cx="7886700" cy="4319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A60B15-23C8-204D-B043-79F157412A62}"/>
              </a:ext>
            </a:extLst>
          </p:cNvPr>
          <p:cNvSpPr>
            <a:spLocks noGrp="1"/>
          </p:cNvSpPr>
          <p:nvPr>
            <p:ph type="dt" sz="half" idx="11"/>
          </p:nvPr>
        </p:nvSpPr>
        <p:spPr/>
        <p:txBody>
          <a:bodyPr/>
          <a:lstStyle/>
          <a:p>
            <a:fld id="{6C784999-54F3-514C-BE17-6D67A3B0972C}" type="datetimeFigureOut">
              <a:rPr lang="en-US" smtClean="0"/>
              <a:t>4/1/24</a:t>
            </a:fld>
            <a:endParaRPr lang="en-US"/>
          </a:p>
        </p:txBody>
      </p:sp>
      <p:sp>
        <p:nvSpPr>
          <p:cNvPr id="5" name="Footer Placeholder 4">
            <a:extLst>
              <a:ext uri="{FF2B5EF4-FFF2-40B4-BE49-F238E27FC236}">
                <a16:creationId xmlns:a16="http://schemas.microsoft.com/office/drawing/2014/main" id="{37D6DFEF-B151-1D4A-8DAE-FC0298F5DC3E}"/>
              </a:ext>
            </a:extLst>
          </p:cNvPr>
          <p:cNvSpPr>
            <a:spLocks noGrp="1"/>
          </p:cNvSpPr>
          <p:nvPr>
            <p:ph type="ftr" sz="quarter" idx="12"/>
          </p:nvPr>
        </p:nvSpPr>
        <p:spPr/>
        <p:txBody>
          <a:bodyPr/>
          <a:lstStyle/>
          <a:p>
            <a:endParaRPr lang="en-US" dirty="0"/>
          </a:p>
        </p:txBody>
      </p:sp>
      <p:sp>
        <p:nvSpPr>
          <p:cNvPr id="9" name="Slide Number Placeholder 8">
            <a:extLst>
              <a:ext uri="{FF2B5EF4-FFF2-40B4-BE49-F238E27FC236}">
                <a16:creationId xmlns:a16="http://schemas.microsoft.com/office/drawing/2014/main" id="{F2C3CA5F-3041-034E-A0A5-C41375D123D6}"/>
              </a:ext>
            </a:extLst>
          </p:cNvPr>
          <p:cNvSpPr>
            <a:spLocks noGrp="1"/>
          </p:cNvSpPr>
          <p:nvPr>
            <p:ph type="sldNum" sz="quarter" idx="13"/>
          </p:nvPr>
        </p:nvSpPr>
        <p:spPr/>
        <p:txBody>
          <a:bodyPr/>
          <a:lstStyle/>
          <a:p>
            <a:fld id="{72E91681-1FBD-2948-AE37-0B97B32ACCD1}" type="slidenum">
              <a:rPr lang="en-US" smtClean="0"/>
              <a:t>‹#›</a:t>
            </a:fld>
            <a:endParaRPr lang="en-US"/>
          </a:p>
        </p:txBody>
      </p:sp>
    </p:spTree>
    <p:extLst>
      <p:ext uri="{BB962C8B-B14F-4D97-AF65-F5344CB8AC3E}">
        <p14:creationId xmlns:p14="http://schemas.microsoft.com/office/powerpoint/2010/main" val="4250788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ab Slide">
    <p:spTree>
      <p:nvGrpSpPr>
        <p:cNvPr id="1" name=""/>
        <p:cNvGrpSpPr/>
        <p:nvPr/>
      </p:nvGrpSpPr>
      <p:grpSpPr>
        <a:xfrm>
          <a:off x="0" y="0"/>
          <a:ext cx="0" cy="0"/>
          <a:chOff x="0" y="0"/>
          <a:chExt cx="0" cy="0"/>
        </a:xfrm>
      </p:grpSpPr>
      <p:sp>
        <p:nvSpPr>
          <p:cNvPr id="10" name="Content Placeholder 7">
            <a:extLst>
              <a:ext uri="{FF2B5EF4-FFF2-40B4-BE49-F238E27FC236}">
                <a16:creationId xmlns:a16="http://schemas.microsoft.com/office/drawing/2014/main" id="{41E9083F-78A2-8641-A3BC-7FCB3A4264EC}"/>
              </a:ext>
            </a:extLst>
          </p:cNvPr>
          <p:cNvSpPr>
            <a:spLocks noGrp="1"/>
          </p:cNvSpPr>
          <p:nvPr>
            <p:ph idx="1"/>
          </p:nvPr>
        </p:nvSpPr>
        <p:spPr>
          <a:xfrm>
            <a:off x="486698" y="2438400"/>
            <a:ext cx="2629120" cy="3785419"/>
          </a:xfrm>
        </p:spPr>
        <p:txBody>
          <a:bodyPr>
            <a:normAutofit/>
          </a:bodyPr>
          <a:lstStyle/>
          <a:p>
            <a:endParaRPr lang="en-US" sz="1700" dirty="0"/>
          </a:p>
        </p:txBody>
      </p:sp>
      <p:sp>
        <p:nvSpPr>
          <p:cNvPr id="11" name="Rectangle 10">
            <a:extLst>
              <a:ext uri="{FF2B5EF4-FFF2-40B4-BE49-F238E27FC236}">
                <a16:creationId xmlns:a16="http://schemas.microsoft.com/office/drawing/2014/main" id="{388BB784-2010-D04C-94B1-FD6A3DFBC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3479292" y="0"/>
            <a:ext cx="566470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F43B499F-8691-664D-8E4E-07467AA606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3842766" y="557784"/>
            <a:ext cx="4938073"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C27F41FF-AD8B-064E-9EB4-12BD3A9B4EAD}"/>
              </a:ext>
            </a:extLst>
          </p:cNvPr>
          <p:cNvSpPr>
            <a:spLocks noGrp="1"/>
          </p:cNvSpPr>
          <p:nvPr>
            <p:ph type="body" sz="quarter" idx="10" hasCustomPrompt="1"/>
          </p:nvPr>
        </p:nvSpPr>
        <p:spPr>
          <a:xfrm>
            <a:off x="486697" y="557783"/>
            <a:ext cx="2629565" cy="173297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Title</a:t>
            </a:r>
          </a:p>
        </p:txBody>
      </p:sp>
      <p:sp>
        <p:nvSpPr>
          <p:cNvPr id="26" name="Content Placeholder 25">
            <a:extLst>
              <a:ext uri="{FF2B5EF4-FFF2-40B4-BE49-F238E27FC236}">
                <a16:creationId xmlns:a16="http://schemas.microsoft.com/office/drawing/2014/main" id="{FC2CF7AB-81DE-3547-B10B-0E12C8CDAA31}"/>
              </a:ext>
            </a:extLst>
          </p:cNvPr>
          <p:cNvSpPr>
            <a:spLocks noGrp="1"/>
          </p:cNvSpPr>
          <p:nvPr>
            <p:ph sz="quarter" idx="11"/>
          </p:nvPr>
        </p:nvSpPr>
        <p:spPr>
          <a:xfrm>
            <a:off x="3843338" y="557213"/>
            <a:ext cx="4937125" cy="5740400"/>
          </a:xfrm>
        </p:spPr>
        <p:txBody>
          <a:bodyPr/>
          <a:lstStyle>
            <a:lvl1pPr marL="0" indent="0">
              <a:buNone/>
              <a:defRPr/>
            </a:lvl1pPr>
          </a:lstStyle>
          <a:p>
            <a:pPr lvl="0"/>
            <a:endParaRPr lang="en-US" dirty="0"/>
          </a:p>
        </p:txBody>
      </p:sp>
    </p:spTree>
    <p:extLst>
      <p:ext uri="{BB962C8B-B14F-4D97-AF65-F5344CB8AC3E}">
        <p14:creationId xmlns:p14="http://schemas.microsoft.com/office/powerpoint/2010/main" val="687486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jpeg"/><Relationship Id="rId7" Type="http://schemas.openxmlformats.org/officeDocument/2006/relationships/diagramColors" Target="../diagrams/colors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8.sv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react.dev/reference/react/useDeferredValue"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react.dev/reference/react/useLayoutEffect"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4.xml"/><Relationship Id="rId1" Type="http://schemas.openxmlformats.org/officeDocument/2006/relationships/slideLayout" Target="../slideLayouts/slideLayout13.xml"/><Relationship Id="rId4" Type="http://schemas.openxmlformats.org/officeDocument/2006/relationships/image" Target="../media/image85.sv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codesandbox.io/s/throttling-dr695r?file=/src/ThrottlingExample.js" TargetMode="External"/><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hyperlink" Target="https://codesandbox.io/s/throttling-dr695r?file=/src/DebouncingExample.js"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8.sv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hyperlink" Target="https://codesandbox.io/s/hydrate-qyy2mr?file=/public/index.html" TargetMode="External"/><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9160" y="639193"/>
            <a:ext cx="2843159" cy="3573516"/>
          </a:xfrm>
        </p:spPr>
        <p:txBody>
          <a:bodyPr>
            <a:normAutofit/>
          </a:bodyPr>
          <a:lstStyle/>
          <a:p>
            <a:pPr algn="l"/>
            <a:r>
              <a:rPr lang="en-US" sz="3600" dirty="0"/>
              <a:t>Advanced React Development </a:t>
            </a:r>
          </a:p>
        </p:txBody>
      </p:sp>
      <p:sp>
        <p:nvSpPr>
          <p:cNvPr id="3" name="Subtitle 2"/>
          <p:cNvSpPr>
            <a:spLocks noGrp="1"/>
          </p:cNvSpPr>
          <p:nvPr>
            <p:ph type="subTitle" idx="1"/>
          </p:nvPr>
        </p:nvSpPr>
        <p:spPr>
          <a:xfrm>
            <a:off x="479161" y="4631161"/>
            <a:ext cx="2678858" cy="1559327"/>
          </a:xfrm>
        </p:spPr>
        <p:txBody>
          <a:bodyPr>
            <a:normAutofit/>
          </a:bodyPr>
          <a:lstStyle/>
          <a:p>
            <a:pPr algn="l"/>
            <a:r>
              <a:rPr lang="en-US" sz="1600" dirty="0"/>
              <a:t>copyright 2024, Chris Minnick</a:t>
            </a:r>
          </a:p>
          <a:p>
            <a:pPr algn="l"/>
            <a:r>
              <a:rPr lang="en-US" dirty="0"/>
              <a:t>version 1.3.0, </a:t>
            </a:r>
          </a:p>
          <a:p>
            <a:pPr algn="l"/>
            <a:r>
              <a:rPr lang="en-US"/>
              <a:t>March </a:t>
            </a:r>
            <a:r>
              <a:rPr lang="en-US" dirty="0"/>
              <a:t>2024</a:t>
            </a:r>
          </a:p>
          <a:p>
            <a:pPr algn="l"/>
            <a:endParaRPr lang="en-US" dirty="0"/>
          </a:p>
        </p:txBody>
      </p:sp>
      <p:pic>
        <p:nvPicPr>
          <p:cNvPr id="4" name="Picture 3">
            <a:extLst>
              <a:ext uri="{FF2B5EF4-FFF2-40B4-BE49-F238E27FC236}">
                <a16:creationId xmlns:a16="http://schemas.microsoft.com/office/drawing/2014/main" id="{50738A55-A96B-BC47-AECB-E21B96F96E44}"/>
              </a:ext>
            </a:extLst>
          </p:cNvPr>
          <p:cNvPicPr>
            <a:picLocks noChangeAspect="1"/>
          </p:cNvPicPr>
          <p:nvPr/>
        </p:nvPicPr>
        <p:blipFill>
          <a:blip r:embed="rId3"/>
          <a:stretch>
            <a:fillRect/>
          </a:stretch>
        </p:blipFill>
        <p:spPr>
          <a:xfrm>
            <a:off x="3490722" y="745169"/>
            <a:ext cx="5410962" cy="5340230"/>
          </a:xfrm>
          <a:prstGeom prst="rect">
            <a:avLst/>
          </a:prstGeom>
        </p:spPr>
      </p:pic>
    </p:spTree>
    <p:extLst>
      <p:ext uri="{BB962C8B-B14F-4D97-AF65-F5344CB8AC3E}">
        <p14:creationId xmlns:p14="http://schemas.microsoft.com/office/powerpoint/2010/main" val="3850420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3202" y="640080"/>
            <a:ext cx="3614166" cy="1481328"/>
          </a:xfrm>
        </p:spPr>
        <p:txBody>
          <a:bodyPr vert="horz" lIns="91440" tIns="45720" rIns="91440" bIns="45720" rtlCol="0" anchor="b">
            <a:normAutofit/>
          </a:bodyPr>
          <a:lstStyle/>
          <a:p>
            <a:pPr lvl="0" algn="l"/>
            <a:r>
              <a:rPr lang="en-US" sz="4700" kern="1200" dirty="0">
                <a:solidFill>
                  <a:schemeClr val="tx1"/>
                </a:solidFill>
                <a:latin typeface="+mj-lt"/>
                <a:ea typeface="+mj-ea"/>
                <a:cs typeface="+mj-cs"/>
              </a:rPr>
              <a:t>Introduction </a:t>
            </a:r>
          </a:p>
        </p:txBody>
      </p:sp>
      <p:sp>
        <p:nvSpPr>
          <p:cNvPr id="5" name="Text Placeholder 4"/>
          <p:cNvSpPr>
            <a:spLocks noGrp="1"/>
          </p:cNvSpPr>
          <p:nvPr>
            <p:ph type="subTitle" idx="1"/>
          </p:nvPr>
        </p:nvSpPr>
        <p:spPr>
          <a:xfrm>
            <a:off x="473202" y="2660904"/>
            <a:ext cx="3614166" cy="3547872"/>
          </a:xfrm>
        </p:spPr>
        <p:txBody>
          <a:bodyPr vert="horz" lIns="91440" tIns="45720" rIns="91440" bIns="45720" rtlCol="0" anchor="t">
            <a:normAutofit/>
          </a:bodyPr>
          <a:lstStyle/>
          <a:p>
            <a:pPr indent="-228600" algn="l">
              <a:buFont typeface="Arial" panose="020B0604020202020204" pitchFamily="34" charset="0"/>
              <a:buChar char="•"/>
            </a:pPr>
            <a:r>
              <a:rPr lang="en-US" sz="1900" dirty="0"/>
              <a:t>Objectives</a:t>
            </a:r>
          </a:p>
          <a:p>
            <a:pPr marL="342900" indent="-228600" algn="l">
              <a:buFont typeface="Arial" panose="020B0604020202020204" pitchFamily="34" charset="0"/>
              <a:buChar char="•"/>
            </a:pPr>
            <a:r>
              <a:rPr lang="en-US" sz="1900" dirty="0"/>
              <a:t>Who am I?</a:t>
            </a:r>
          </a:p>
          <a:p>
            <a:pPr marL="342900" indent="-228600" algn="l">
              <a:buFont typeface="Arial" panose="020B0604020202020204" pitchFamily="34" charset="0"/>
              <a:buChar char="•"/>
            </a:pPr>
            <a:r>
              <a:rPr lang="en-US" sz="1900" dirty="0"/>
              <a:t>Who are you?</a:t>
            </a:r>
          </a:p>
          <a:p>
            <a:pPr marL="342900" indent="-228600" algn="l">
              <a:buFont typeface="Arial" panose="020B0604020202020204" pitchFamily="34" charset="0"/>
              <a:buChar char="•"/>
            </a:pPr>
            <a:r>
              <a:rPr lang="en-US" sz="1900" dirty="0"/>
              <a:t>Daily Schedule</a:t>
            </a:r>
          </a:p>
          <a:p>
            <a:pPr marL="342900" indent="-228600" algn="l">
              <a:buFont typeface="Arial" panose="020B0604020202020204" pitchFamily="34" charset="0"/>
              <a:buChar char="•"/>
            </a:pPr>
            <a:r>
              <a:rPr lang="en-US" sz="1900" dirty="0"/>
              <a:t>Course Schedule and Syllabus</a:t>
            </a:r>
          </a:p>
        </p:txBody>
      </p:sp>
      <p:pic>
        <p:nvPicPr>
          <p:cNvPr id="23" name="Graphic 22" descr="Like">
            <a:extLst>
              <a:ext uri="{FF2B5EF4-FFF2-40B4-BE49-F238E27FC236}">
                <a16:creationId xmlns:a16="http://schemas.microsoft.com/office/drawing/2014/main" id="{859C748C-9B28-4060-8940-466EDAEE1B8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4286" y="1381887"/>
            <a:ext cx="4094226" cy="4094226"/>
          </a:xfrm>
          <a:prstGeom prst="rect">
            <a:avLst/>
          </a:prstGeom>
        </p:spPr>
      </p:pic>
    </p:spTree>
    <p:extLst>
      <p:ext uri="{BB962C8B-B14F-4D97-AF65-F5344CB8AC3E}">
        <p14:creationId xmlns:p14="http://schemas.microsoft.com/office/powerpoint/2010/main" val="1590708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vert="horz" lIns="91440" tIns="45720" rIns="91440" bIns="45720" rtlCol="0" anchor="ctr">
            <a:normAutofit/>
          </a:bodyPr>
          <a:lstStyle/>
          <a:p>
            <a:r>
              <a:rPr lang="en-US" kern="1200" dirty="0">
                <a:latin typeface="+mj-lt"/>
                <a:ea typeface="+mj-ea"/>
                <a:cs typeface="+mj-cs"/>
              </a:rPr>
              <a:t>The Big Picture</a:t>
            </a:r>
          </a:p>
        </p:txBody>
      </p:sp>
      <p:sp>
        <p:nvSpPr>
          <p:cNvPr id="4" name="Rectangle 3">
            <a:extLst>
              <a:ext uri="{FF2B5EF4-FFF2-40B4-BE49-F238E27FC236}">
                <a16:creationId xmlns:a16="http://schemas.microsoft.com/office/drawing/2014/main" id="{3BB205FC-75A8-4647-A816-40E6E33BA948}"/>
              </a:ext>
            </a:extLst>
          </p:cNvPr>
          <p:cNvSpPr/>
          <p:nvPr/>
        </p:nvSpPr>
        <p:spPr>
          <a:xfrm>
            <a:off x="457200" y="1600200"/>
            <a:ext cx="4038600" cy="4525963"/>
          </a:xfrm>
          <a:prstGeom prst="rect">
            <a:avLst/>
          </a:prstGeom>
        </p:spPr>
        <p:txBody>
          <a:bodyPr vert="horz" lIns="91440" tIns="45720" rIns="91440" bIns="45720" rtlCol="0">
            <a:normAutofit/>
          </a:bodyPr>
          <a:lstStyle/>
          <a:p>
            <a:pPr>
              <a:spcBef>
                <a:spcPct val="20000"/>
              </a:spcBef>
              <a:buFont typeface="Arial"/>
            </a:pPr>
            <a:r>
              <a:rPr lang="en-US" sz="2800"/>
              <a:t>Some of the Topics Covered in this Course</a:t>
            </a:r>
          </a:p>
        </p:txBody>
      </p:sp>
      <p:graphicFrame>
        <p:nvGraphicFramePr>
          <p:cNvPr id="12" name="Text Placeholder 2">
            <a:extLst>
              <a:ext uri="{FF2B5EF4-FFF2-40B4-BE49-F238E27FC236}">
                <a16:creationId xmlns:a16="http://schemas.microsoft.com/office/drawing/2014/main" id="{F52416AA-585B-4D0A-804A-A66D1CDFD92C}"/>
              </a:ext>
            </a:extLst>
          </p:cNvPr>
          <p:cNvGraphicFramePr/>
          <p:nvPr>
            <p:extLst>
              <p:ext uri="{D42A27DB-BD31-4B8C-83A1-F6EECF244321}">
                <p14:modId xmlns:p14="http://schemas.microsoft.com/office/powerpoint/2010/main" val="3328160107"/>
              </p:ext>
            </p:extLst>
          </p:nvPr>
        </p:nvGraphicFramePr>
        <p:xfrm>
          <a:off x="4648200" y="1600200"/>
          <a:ext cx="4038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6357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CD893-DE02-0D40-B106-CA0968B950B2}"/>
              </a:ext>
            </a:extLst>
          </p:cNvPr>
          <p:cNvSpPr>
            <a:spLocks noGrp="1"/>
          </p:cNvSpPr>
          <p:nvPr>
            <p:ph type="title"/>
          </p:nvPr>
        </p:nvSpPr>
        <p:spPr>
          <a:xfrm>
            <a:off x="457200" y="274638"/>
            <a:ext cx="8229600" cy="1143000"/>
          </a:xfrm>
        </p:spPr>
        <p:txBody>
          <a:bodyPr anchor="ctr">
            <a:normAutofit/>
          </a:bodyPr>
          <a:lstStyle/>
          <a:p>
            <a:r>
              <a:rPr lang="en-US" dirty="0"/>
              <a:t>The Labs</a:t>
            </a:r>
          </a:p>
        </p:txBody>
      </p:sp>
      <p:sp>
        <p:nvSpPr>
          <p:cNvPr id="3" name="Content Placeholder 2">
            <a:extLst>
              <a:ext uri="{FF2B5EF4-FFF2-40B4-BE49-F238E27FC236}">
                <a16:creationId xmlns:a16="http://schemas.microsoft.com/office/drawing/2014/main" id="{092C0881-A58A-864C-8FDC-26E7B3846F6A}"/>
              </a:ext>
            </a:extLst>
          </p:cNvPr>
          <p:cNvSpPr>
            <a:spLocks noGrp="1"/>
          </p:cNvSpPr>
          <p:nvPr>
            <p:ph idx="1"/>
          </p:nvPr>
        </p:nvSpPr>
        <p:spPr>
          <a:xfrm>
            <a:off x="457200" y="1600200"/>
            <a:ext cx="8229600" cy="4525963"/>
          </a:xfrm>
        </p:spPr>
        <p:txBody>
          <a:bodyPr>
            <a:normAutofit/>
          </a:bodyPr>
          <a:lstStyle/>
          <a:p>
            <a:pPr>
              <a:lnSpc>
                <a:spcPct val="90000"/>
              </a:lnSpc>
            </a:pPr>
            <a:r>
              <a:rPr lang="en-US" sz="3000" dirty="0"/>
              <a:t>Instructions: advanced-react-</a:t>
            </a:r>
            <a:r>
              <a:rPr lang="en-US" sz="3000" dirty="0" err="1"/>
              <a:t>labs.pdf</a:t>
            </a:r>
            <a:endParaRPr lang="en-US" sz="3000" dirty="0"/>
          </a:p>
          <a:p>
            <a:pPr>
              <a:lnSpc>
                <a:spcPct val="90000"/>
              </a:lnSpc>
            </a:pPr>
            <a:r>
              <a:rPr lang="en-US" sz="3000" dirty="0"/>
              <a:t>Working in small groups.</a:t>
            </a:r>
          </a:p>
          <a:p>
            <a:pPr>
              <a:lnSpc>
                <a:spcPct val="90000"/>
              </a:lnSpc>
            </a:pPr>
            <a:r>
              <a:rPr lang="en-US" sz="3000" dirty="0"/>
              <a:t>Let me know if something doesn't work.</a:t>
            </a:r>
          </a:p>
          <a:p>
            <a:pPr>
              <a:lnSpc>
                <a:spcPct val="90000"/>
              </a:lnSpc>
            </a:pPr>
            <a:r>
              <a:rPr lang="en-US" sz="3000" dirty="0"/>
              <a:t>If you finish a lab early:</a:t>
            </a:r>
          </a:p>
          <a:p>
            <a:pPr lvl="1">
              <a:lnSpc>
                <a:spcPct val="90000"/>
              </a:lnSpc>
            </a:pPr>
            <a:r>
              <a:rPr lang="en-US" sz="3000" dirty="0"/>
              <a:t>try lab challenges, </a:t>
            </a:r>
          </a:p>
          <a:p>
            <a:pPr lvl="1">
              <a:lnSpc>
                <a:spcPct val="90000"/>
              </a:lnSpc>
            </a:pPr>
            <a:r>
              <a:rPr lang="en-US" sz="3000" dirty="0"/>
              <a:t>help other students, </a:t>
            </a:r>
          </a:p>
          <a:p>
            <a:pPr lvl="1">
              <a:lnSpc>
                <a:spcPct val="90000"/>
              </a:lnSpc>
            </a:pPr>
            <a:r>
              <a:rPr lang="en-US" sz="3000" dirty="0"/>
              <a:t>do additional reading,</a:t>
            </a:r>
          </a:p>
          <a:p>
            <a:pPr lvl="1">
              <a:lnSpc>
                <a:spcPct val="90000"/>
              </a:lnSpc>
            </a:pPr>
            <a:r>
              <a:rPr lang="en-US" sz="3000" dirty="0"/>
              <a:t>take a break.</a:t>
            </a:r>
          </a:p>
        </p:txBody>
      </p:sp>
    </p:spTree>
    <p:extLst>
      <p:ext uri="{BB962C8B-B14F-4D97-AF65-F5344CB8AC3E}">
        <p14:creationId xmlns:p14="http://schemas.microsoft.com/office/powerpoint/2010/main" val="2809796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E86DB-D278-401B-2335-F1C0437CE68B}"/>
              </a:ext>
            </a:extLst>
          </p:cNvPr>
          <p:cNvSpPr>
            <a:spLocks noGrp="1"/>
          </p:cNvSpPr>
          <p:nvPr>
            <p:ph type="title"/>
          </p:nvPr>
        </p:nvSpPr>
        <p:spPr/>
        <p:txBody>
          <a:bodyPr/>
          <a:lstStyle/>
          <a:p>
            <a:r>
              <a:rPr lang="en-US" dirty="0"/>
              <a:t>Bootstrapping React Apps</a:t>
            </a:r>
          </a:p>
        </p:txBody>
      </p:sp>
      <p:sp>
        <p:nvSpPr>
          <p:cNvPr id="3" name="Content Placeholder 2">
            <a:extLst>
              <a:ext uri="{FF2B5EF4-FFF2-40B4-BE49-F238E27FC236}">
                <a16:creationId xmlns:a16="http://schemas.microsoft.com/office/drawing/2014/main" id="{720CA296-02C4-8CB9-DDDE-F7E3390F133F}"/>
              </a:ext>
            </a:extLst>
          </p:cNvPr>
          <p:cNvSpPr>
            <a:spLocks noGrp="1"/>
          </p:cNvSpPr>
          <p:nvPr>
            <p:ph idx="1"/>
          </p:nvPr>
        </p:nvSpPr>
        <p:spPr/>
        <p:txBody>
          <a:bodyPr/>
          <a:lstStyle/>
          <a:p>
            <a:r>
              <a:rPr lang="en-US" dirty="0"/>
              <a:t>Create React App is dead.</a:t>
            </a:r>
          </a:p>
          <a:p>
            <a:r>
              <a:rPr lang="en-US" dirty="0"/>
              <a:t>Exploring Alternatives</a:t>
            </a:r>
          </a:p>
          <a:p>
            <a:r>
              <a:rPr lang="en-US" dirty="0"/>
              <a:t>Converting from CRA to </a:t>
            </a:r>
            <a:r>
              <a:rPr lang="en-US" dirty="0" err="1"/>
              <a:t>Vite</a:t>
            </a:r>
            <a:endParaRPr lang="en-US" dirty="0"/>
          </a:p>
          <a:p>
            <a:endParaRPr lang="en-US" dirty="0"/>
          </a:p>
        </p:txBody>
      </p:sp>
    </p:spTree>
    <p:extLst>
      <p:ext uri="{BB962C8B-B14F-4D97-AF65-F5344CB8AC3E}">
        <p14:creationId xmlns:p14="http://schemas.microsoft.com/office/powerpoint/2010/main" val="352458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1021A-C449-485F-5593-2C3BD5AFBD1D}"/>
              </a:ext>
            </a:extLst>
          </p:cNvPr>
          <p:cNvSpPr>
            <a:spLocks noGrp="1"/>
          </p:cNvSpPr>
          <p:nvPr>
            <p:ph type="title"/>
          </p:nvPr>
        </p:nvSpPr>
        <p:spPr/>
        <p:txBody>
          <a:bodyPr/>
          <a:lstStyle/>
          <a:p>
            <a:r>
              <a:rPr lang="en-US" dirty="0"/>
              <a:t>React Frameworks</a:t>
            </a:r>
          </a:p>
        </p:txBody>
      </p:sp>
      <p:sp>
        <p:nvSpPr>
          <p:cNvPr id="3" name="Content Placeholder 2">
            <a:extLst>
              <a:ext uri="{FF2B5EF4-FFF2-40B4-BE49-F238E27FC236}">
                <a16:creationId xmlns:a16="http://schemas.microsoft.com/office/drawing/2014/main" id="{412E7DAB-6CA7-7623-B768-195C872733B3}"/>
              </a:ext>
            </a:extLst>
          </p:cNvPr>
          <p:cNvSpPr>
            <a:spLocks noGrp="1"/>
          </p:cNvSpPr>
          <p:nvPr>
            <p:ph idx="1"/>
          </p:nvPr>
        </p:nvSpPr>
        <p:spPr/>
        <p:txBody>
          <a:bodyPr/>
          <a:lstStyle/>
          <a:p>
            <a:r>
              <a:rPr lang="en-US" dirty="0"/>
              <a:t>Next</a:t>
            </a:r>
          </a:p>
          <a:p>
            <a:r>
              <a:rPr lang="en-US" dirty="0"/>
              <a:t>Remix</a:t>
            </a:r>
          </a:p>
          <a:p>
            <a:r>
              <a:rPr lang="en-US" dirty="0"/>
              <a:t>Astro</a:t>
            </a:r>
          </a:p>
          <a:p>
            <a:r>
              <a:rPr lang="en-US" dirty="0"/>
              <a:t>React Query</a:t>
            </a:r>
          </a:p>
        </p:txBody>
      </p:sp>
    </p:spTree>
    <p:extLst>
      <p:ext uri="{BB962C8B-B14F-4D97-AF65-F5344CB8AC3E}">
        <p14:creationId xmlns:p14="http://schemas.microsoft.com/office/powerpoint/2010/main" val="1620842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21CBF1-66B0-6EB3-E90D-7190456CB059}"/>
              </a:ext>
            </a:extLst>
          </p:cNvPr>
          <p:cNvSpPr>
            <a:spLocks noGrp="1"/>
          </p:cNvSpPr>
          <p:nvPr>
            <p:ph type="ctrTitle"/>
          </p:nvPr>
        </p:nvSpPr>
        <p:spPr/>
        <p:txBody>
          <a:bodyPr/>
          <a:lstStyle/>
          <a:p>
            <a:r>
              <a:rPr lang="en-US" dirty="0"/>
              <a:t>A Deeper Dive into React Fundamentals</a:t>
            </a:r>
          </a:p>
        </p:txBody>
      </p:sp>
      <p:sp>
        <p:nvSpPr>
          <p:cNvPr id="5" name="Subtitle 4">
            <a:extLst>
              <a:ext uri="{FF2B5EF4-FFF2-40B4-BE49-F238E27FC236}">
                <a16:creationId xmlns:a16="http://schemas.microsoft.com/office/drawing/2014/main" id="{246A3367-62DA-3CF8-769C-6B7D620D4A6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43507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7DCCA9-604E-6BDB-EDA7-F2C8ED72D02B}"/>
              </a:ext>
            </a:extLst>
          </p:cNvPr>
          <p:cNvPicPr>
            <a:picLocks noChangeAspect="1"/>
          </p:cNvPicPr>
          <p:nvPr/>
        </p:nvPicPr>
        <p:blipFill rotWithShape="1">
          <a:blip r:embed="rId3">
            <a:duotone>
              <a:prstClr val="black"/>
              <a:schemeClr val="tx2">
                <a:tint val="45000"/>
                <a:satMod val="400000"/>
              </a:schemeClr>
            </a:duotone>
            <a:alphaModFix amt="25000"/>
          </a:blip>
          <a:srcRect l="26384" r="12615" b="-1"/>
          <a:stretch/>
        </p:blipFill>
        <p:spPr>
          <a:xfrm>
            <a:off x="20" y="10"/>
            <a:ext cx="9143980" cy="6857990"/>
          </a:xfrm>
          <a:prstGeom prst="rect">
            <a:avLst/>
          </a:prstGeom>
        </p:spPr>
      </p:pic>
      <p:sp>
        <p:nvSpPr>
          <p:cNvPr id="2" name="Title 1"/>
          <p:cNvSpPr>
            <a:spLocks noGrp="1"/>
          </p:cNvSpPr>
          <p:nvPr>
            <p:ph type="title"/>
          </p:nvPr>
        </p:nvSpPr>
        <p:spPr>
          <a:xfrm>
            <a:off x="628650" y="365125"/>
            <a:ext cx="7886700" cy="1325563"/>
          </a:xfrm>
        </p:spPr>
        <p:txBody>
          <a:bodyPr>
            <a:normAutofit/>
          </a:bodyPr>
          <a:lstStyle/>
          <a:p>
            <a:r>
              <a:rPr dirty="0"/>
              <a:t>React Component Lifecycle</a:t>
            </a:r>
          </a:p>
        </p:txBody>
      </p:sp>
      <p:graphicFrame>
        <p:nvGraphicFramePr>
          <p:cNvPr id="12" name="Content Placeholder 2">
            <a:extLst>
              <a:ext uri="{FF2B5EF4-FFF2-40B4-BE49-F238E27FC236}">
                <a16:creationId xmlns:a16="http://schemas.microsoft.com/office/drawing/2014/main" id="{42CCE279-09E8-0E5D-A650-96CADBD4AD42}"/>
              </a:ext>
            </a:extLst>
          </p:cNvPr>
          <p:cNvGraphicFramePr/>
          <p:nvPr>
            <p:extLst>
              <p:ext uri="{D42A27DB-BD31-4B8C-83A1-F6EECF244321}">
                <p14:modId xmlns:p14="http://schemas.microsoft.com/office/powerpoint/2010/main" val="339683589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726E9-D3D6-94A7-3040-E279581CBBB0}"/>
              </a:ext>
            </a:extLst>
          </p:cNvPr>
          <p:cNvSpPr>
            <a:spLocks noGrp="1"/>
          </p:cNvSpPr>
          <p:nvPr>
            <p:ph type="title"/>
          </p:nvPr>
        </p:nvSpPr>
        <p:spPr/>
        <p:txBody>
          <a:bodyPr/>
          <a:lstStyle/>
          <a:p>
            <a:r>
              <a:rPr lang="en-US"/>
              <a:t>React Lifecycle</a:t>
            </a:r>
            <a:endParaRPr lang="en-US" dirty="0"/>
          </a:p>
        </p:txBody>
      </p:sp>
      <p:pic>
        <p:nvPicPr>
          <p:cNvPr id="5" name="Content Placeholder 4" descr="A screenshot of a software update&#10;&#10;Description automatically generated">
            <a:extLst>
              <a:ext uri="{FF2B5EF4-FFF2-40B4-BE49-F238E27FC236}">
                <a16:creationId xmlns:a16="http://schemas.microsoft.com/office/drawing/2014/main" id="{2DAE3F04-BDD8-C193-4C10-33F4D838DD21}"/>
              </a:ext>
            </a:extLst>
          </p:cNvPr>
          <p:cNvPicPr>
            <a:picLocks noGrp="1" noChangeAspect="1"/>
          </p:cNvPicPr>
          <p:nvPr>
            <p:ph idx="1"/>
          </p:nvPr>
        </p:nvPicPr>
        <p:blipFill>
          <a:blip r:embed="rId2"/>
          <a:stretch>
            <a:fillRect/>
          </a:stretch>
        </p:blipFill>
        <p:spPr>
          <a:xfrm>
            <a:off x="457200" y="2333983"/>
            <a:ext cx="8229600" cy="3058397"/>
          </a:xfrm>
        </p:spPr>
      </p:pic>
    </p:spTree>
    <p:extLst>
      <p:ext uri="{BB962C8B-B14F-4D97-AF65-F5344CB8AC3E}">
        <p14:creationId xmlns:p14="http://schemas.microsoft.com/office/powerpoint/2010/main" val="240786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894EF-7E44-6303-6154-673CDBAFE7C4}"/>
              </a:ext>
            </a:extLst>
          </p:cNvPr>
          <p:cNvSpPr>
            <a:spLocks noGrp="1"/>
          </p:cNvSpPr>
          <p:nvPr>
            <p:ph type="title"/>
          </p:nvPr>
        </p:nvSpPr>
        <p:spPr/>
        <p:txBody>
          <a:bodyPr/>
          <a:lstStyle/>
          <a:p>
            <a:r>
              <a:rPr lang="en-US" dirty="0"/>
              <a:t>React Lifecycle</a:t>
            </a:r>
          </a:p>
        </p:txBody>
      </p:sp>
      <p:pic>
        <p:nvPicPr>
          <p:cNvPr id="5" name="Content Placeholder 4" descr="A screenshot of a diagram&#10;&#10;Description automatically generated">
            <a:extLst>
              <a:ext uri="{FF2B5EF4-FFF2-40B4-BE49-F238E27FC236}">
                <a16:creationId xmlns:a16="http://schemas.microsoft.com/office/drawing/2014/main" id="{76CF73E7-CEE3-8D1A-122D-8F0FDC8551B0}"/>
              </a:ext>
            </a:extLst>
          </p:cNvPr>
          <p:cNvPicPr>
            <a:picLocks noGrp="1" noChangeAspect="1"/>
          </p:cNvPicPr>
          <p:nvPr>
            <p:ph idx="1"/>
          </p:nvPr>
        </p:nvPicPr>
        <p:blipFill>
          <a:blip r:embed="rId3"/>
          <a:stretch>
            <a:fillRect/>
          </a:stretch>
        </p:blipFill>
        <p:spPr>
          <a:xfrm>
            <a:off x="570992" y="1600200"/>
            <a:ext cx="8002016" cy="4525963"/>
          </a:xfrm>
        </p:spPr>
      </p:pic>
    </p:spTree>
    <p:extLst>
      <p:ext uri="{BB962C8B-B14F-4D97-AF65-F5344CB8AC3E}">
        <p14:creationId xmlns:p14="http://schemas.microsoft.com/office/powerpoint/2010/main" val="511333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Introduction to Component Lifecycle</a:t>
            </a:r>
          </a:p>
        </p:txBody>
      </p:sp>
      <p:graphicFrame>
        <p:nvGraphicFramePr>
          <p:cNvPr id="5" name="Content Placeholder 2">
            <a:extLst>
              <a:ext uri="{FF2B5EF4-FFF2-40B4-BE49-F238E27FC236}">
                <a16:creationId xmlns:a16="http://schemas.microsoft.com/office/drawing/2014/main" id="{88240623-6B83-4907-CF71-7B83DCBF3E7B}"/>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Mounting Phase</a:t>
            </a:r>
          </a:p>
        </p:txBody>
      </p:sp>
      <p:graphicFrame>
        <p:nvGraphicFramePr>
          <p:cNvPr id="5" name="Content Placeholder 2">
            <a:extLst>
              <a:ext uri="{FF2B5EF4-FFF2-40B4-BE49-F238E27FC236}">
                <a16:creationId xmlns:a16="http://schemas.microsoft.com/office/drawing/2014/main" id="{5FC8DDAC-4E3C-3AC6-6C31-6018F0D5A35E}"/>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Updating Phase</a:t>
            </a:r>
          </a:p>
        </p:txBody>
      </p:sp>
      <p:graphicFrame>
        <p:nvGraphicFramePr>
          <p:cNvPr id="5" name="Content Placeholder 2">
            <a:extLst>
              <a:ext uri="{FF2B5EF4-FFF2-40B4-BE49-F238E27FC236}">
                <a16:creationId xmlns:a16="http://schemas.microsoft.com/office/drawing/2014/main" id="{3E5C5072-993F-4E59-4DD4-ECE3F73C0D92}"/>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Unmounting Phase</a:t>
            </a:r>
          </a:p>
        </p:txBody>
      </p:sp>
      <p:graphicFrame>
        <p:nvGraphicFramePr>
          <p:cNvPr id="5" name="Content Placeholder 2">
            <a:extLst>
              <a:ext uri="{FF2B5EF4-FFF2-40B4-BE49-F238E27FC236}">
                <a16:creationId xmlns:a16="http://schemas.microsoft.com/office/drawing/2014/main" id="{47C14560-45BE-A29B-3D68-1BD48090A156}"/>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Error Handling Phase</a:t>
            </a:r>
          </a:p>
        </p:txBody>
      </p:sp>
      <p:graphicFrame>
        <p:nvGraphicFramePr>
          <p:cNvPr id="5" name="Content Placeholder 2">
            <a:extLst>
              <a:ext uri="{FF2B5EF4-FFF2-40B4-BE49-F238E27FC236}">
                <a16:creationId xmlns:a16="http://schemas.microsoft.com/office/drawing/2014/main" id="{9A0C466F-E628-2B0F-C2ED-51505FCA610F}"/>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Lifecycle Methods in Hooks</a:t>
            </a:r>
          </a:p>
        </p:txBody>
      </p:sp>
      <p:graphicFrame>
        <p:nvGraphicFramePr>
          <p:cNvPr id="5" name="Content Placeholder 2">
            <a:extLst>
              <a:ext uri="{FF2B5EF4-FFF2-40B4-BE49-F238E27FC236}">
                <a16:creationId xmlns:a16="http://schemas.microsoft.com/office/drawing/2014/main" id="{9A9924AC-E5F3-B082-5A44-A9CDFBD55AA5}"/>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256032"/>
            <a:ext cx="7879842" cy="1014984"/>
          </a:xfrm>
        </p:spPr>
        <p:txBody>
          <a:bodyPr anchor="b">
            <a:normAutofit/>
          </a:bodyPr>
          <a:lstStyle/>
          <a:p>
            <a:r>
              <a:rPr lang="en-US" dirty="0"/>
              <a:t>Lifecycle </a:t>
            </a:r>
            <a:r>
              <a:rPr dirty="0"/>
              <a:t>Best Practices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9B18FFA9-647D-B568-47B7-56DA81B1C744}"/>
              </a:ext>
            </a:extLst>
          </p:cNvPr>
          <p:cNvGraphicFramePr>
            <a:graphicFrameLocks noGrp="1"/>
          </p:cNvGraphicFramePr>
          <p:nvPr>
            <p:ph idx="1"/>
            <p:extLst>
              <p:ext uri="{D42A27DB-BD31-4B8C-83A1-F6EECF244321}">
                <p14:modId xmlns:p14="http://schemas.microsoft.com/office/powerpoint/2010/main" val="1948233849"/>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Class Components</a:t>
            </a:r>
          </a:p>
        </p:txBody>
      </p:sp>
      <p:graphicFrame>
        <p:nvGraphicFramePr>
          <p:cNvPr id="5" name="Content Placeholder 2">
            <a:extLst>
              <a:ext uri="{FF2B5EF4-FFF2-40B4-BE49-F238E27FC236}">
                <a16:creationId xmlns:a16="http://schemas.microsoft.com/office/drawing/2014/main" id="{E122D7A6-7797-2A19-34DC-88ACA4FFE79A}"/>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0699" y="687480"/>
            <a:ext cx="5605629" cy="994172"/>
          </a:xfrm>
        </p:spPr>
        <p:txBody>
          <a:bodyPr>
            <a:normAutofit/>
          </a:bodyPr>
          <a:lstStyle/>
          <a:p>
            <a:pPr>
              <a:lnSpc>
                <a:spcPct val="90000"/>
              </a:lnSpc>
            </a:pPr>
            <a:r>
              <a:rPr lang="en-US" sz="3000"/>
              <a:t>State Management  with setState() in Class Components</a:t>
            </a:r>
          </a:p>
        </p:txBody>
      </p:sp>
      <p:sp>
        <p:nvSpPr>
          <p:cNvPr id="5" name="Content Placeholder 4">
            <a:extLst>
              <a:ext uri="{FF2B5EF4-FFF2-40B4-BE49-F238E27FC236}">
                <a16:creationId xmlns:a16="http://schemas.microsoft.com/office/drawing/2014/main" id="{00C47F4F-EB5C-BB1C-DE6B-392396A2C759}"/>
              </a:ext>
            </a:extLst>
          </p:cNvPr>
          <p:cNvSpPr>
            <a:spLocks noGrp="1"/>
          </p:cNvSpPr>
          <p:nvPr>
            <p:ph idx="1"/>
          </p:nvPr>
        </p:nvSpPr>
        <p:spPr>
          <a:xfrm>
            <a:off x="852321" y="2227943"/>
            <a:ext cx="5033221" cy="3788227"/>
          </a:xfrm>
        </p:spPr>
        <p:txBody>
          <a:bodyPr anchor="ctr">
            <a:normAutofit/>
          </a:bodyPr>
          <a:lstStyle/>
          <a:p>
            <a:pPr lvl="0"/>
            <a:r>
              <a:rPr lang="en-US" sz="2100"/>
              <a:t>Takes an object or a function that returns an object as its argument.</a:t>
            </a:r>
          </a:p>
          <a:p>
            <a:pPr lvl="0"/>
            <a:r>
              <a:rPr lang="en-US" sz="2100"/>
              <a:t>Merges the object with this.state</a:t>
            </a:r>
          </a:p>
          <a:p>
            <a:pPr lvl="0"/>
            <a:r>
              <a:rPr lang="en-US" sz="2100"/>
              <a:t>Is asynchronous</a:t>
            </a:r>
          </a:p>
          <a:p>
            <a:pPr lvl="0"/>
            <a:r>
              <a:rPr lang="en-US" sz="2100"/>
              <a:t>If you pass a function, the function always receives the latest state.</a:t>
            </a:r>
          </a:p>
          <a:p>
            <a:pPr lvl="0"/>
            <a:r>
              <a:rPr lang="en-US" sz="2100"/>
              <a:t>If the new state depends on the previous state, always use a function</a:t>
            </a:r>
          </a:p>
        </p:txBody>
      </p:sp>
      <p:sp>
        <p:nvSpPr>
          <p:cNvPr id="12" name="Rectangle 11">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Oval 13">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9" name="Graphic 8" descr="Circular Flowchart">
            <a:extLst>
              <a:ext uri="{FF2B5EF4-FFF2-40B4-BE49-F238E27FC236}">
                <a16:creationId xmlns:a16="http://schemas.microsoft.com/office/drawing/2014/main" id="{10503ECC-FECD-40F6-9BCA-60300AC2771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24964" y="2865141"/>
            <a:ext cx="1143455" cy="11434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CEDCD-1D78-A247-E91F-736AB51C78F6}"/>
              </a:ext>
            </a:extLst>
          </p:cNvPr>
          <p:cNvSpPr>
            <a:spLocks noGrp="1"/>
          </p:cNvSpPr>
          <p:nvPr>
            <p:ph type="title"/>
          </p:nvPr>
        </p:nvSpPr>
        <p:spPr/>
        <p:txBody>
          <a:bodyPr/>
          <a:lstStyle/>
          <a:p>
            <a:r>
              <a:rPr lang="en-US" dirty="0"/>
              <a:t>Function Components</a:t>
            </a:r>
          </a:p>
        </p:txBody>
      </p:sp>
      <p:graphicFrame>
        <p:nvGraphicFramePr>
          <p:cNvPr id="5" name="Content Placeholder 2">
            <a:extLst>
              <a:ext uri="{FF2B5EF4-FFF2-40B4-BE49-F238E27FC236}">
                <a16:creationId xmlns:a16="http://schemas.microsoft.com/office/drawing/2014/main" id="{767795B7-9E1C-5D9B-7623-53ECB2B5C454}"/>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8163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Hooks</a:t>
            </a:r>
          </a:p>
        </p:txBody>
      </p:sp>
      <p:graphicFrame>
        <p:nvGraphicFramePr>
          <p:cNvPr id="5" name="Content Placeholder 2">
            <a:extLst>
              <a:ext uri="{FF2B5EF4-FFF2-40B4-BE49-F238E27FC236}">
                <a16:creationId xmlns:a16="http://schemas.microsoft.com/office/drawing/2014/main" id="{8E6A0D4B-2E0D-31AC-5F33-1ECC214486E7}"/>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595BB-B15F-A769-8E26-05AC3D708743}"/>
              </a:ext>
            </a:extLst>
          </p:cNvPr>
          <p:cNvSpPr>
            <a:spLocks noGrp="1"/>
          </p:cNvSpPr>
          <p:nvPr>
            <p:ph type="title"/>
          </p:nvPr>
        </p:nvSpPr>
        <p:spPr/>
        <p:txBody>
          <a:bodyPr/>
          <a:lstStyle/>
          <a:p>
            <a:r>
              <a:rPr lang="en-US" dirty="0"/>
              <a:t>How to think about Hooks</a:t>
            </a:r>
          </a:p>
        </p:txBody>
      </p:sp>
      <p:graphicFrame>
        <p:nvGraphicFramePr>
          <p:cNvPr id="5" name="Content Placeholder 2">
            <a:extLst>
              <a:ext uri="{FF2B5EF4-FFF2-40B4-BE49-F238E27FC236}">
                <a16:creationId xmlns:a16="http://schemas.microsoft.com/office/drawing/2014/main" id="{6F4FEDD4-DB89-0254-865E-24BABA2F6CA7}"/>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13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5A9C0-5B7A-55F9-292D-11EE23EFF1D3}"/>
              </a:ext>
            </a:extLst>
          </p:cNvPr>
          <p:cNvSpPr>
            <a:spLocks noGrp="1"/>
          </p:cNvSpPr>
          <p:nvPr>
            <p:ph type="title"/>
          </p:nvPr>
        </p:nvSpPr>
        <p:spPr/>
        <p:txBody>
          <a:bodyPr/>
          <a:lstStyle/>
          <a:p>
            <a:r>
              <a:rPr lang="en-US" dirty="0"/>
              <a:t>How to think about Hooks (cont.)</a:t>
            </a:r>
          </a:p>
        </p:txBody>
      </p:sp>
      <p:graphicFrame>
        <p:nvGraphicFramePr>
          <p:cNvPr id="5" name="Content Placeholder 2">
            <a:extLst>
              <a:ext uri="{FF2B5EF4-FFF2-40B4-BE49-F238E27FC236}">
                <a16:creationId xmlns:a16="http://schemas.microsoft.com/office/drawing/2014/main" id="{B22CD422-2D2B-6D8B-E51F-82AAD7D91140}"/>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42824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7A9D93-AE29-7E71-4C88-99D88FD22F83}"/>
              </a:ext>
            </a:extLst>
          </p:cNvPr>
          <p:cNvSpPr>
            <a:spLocks noGrp="1"/>
          </p:cNvSpPr>
          <p:nvPr>
            <p:ph type="title"/>
          </p:nvPr>
        </p:nvSpPr>
        <p:spPr>
          <a:xfrm>
            <a:off x="630936" y="251312"/>
            <a:ext cx="7879842" cy="1010264"/>
          </a:xfrm>
        </p:spPr>
        <p:txBody>
          <a:bodyPr anchor="ctr">
            <a:normAutofit/>
          </a:bodyPr>
          <a:lstStyle/>
          <a:p>
            <a:r>
              <a:rPr lang="en-US" dirty="0"/>
              <a:t>Understanding </a:t>
            </a:r>
            <a:r>
              <a:rPr lang="en-US" dirty="0" err="1"/>
              <a:t>useState</a:t>
            </a:r>
            <a:endParaRPr lang="en-US" dirty="0"/>
          </a:p>
        </p:txBody>
      </p:sp>
      <p:sp>
        <p:nvSpPr>
          <p:cNvPr id="11" name="Rectangle 10">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96012"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38086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0C6797D0-D5FA-FFC4-C82E-76A689FD6D32}"/>
              </a:ext>
            </a:extLst>
          </p:cNvPr>
          <p:cNvGraphicFramePr>
            <a:graphicFrameLocks noGrp="1"/>
          </p:cNvGraphicFramePr>
          <p:nvPr>
            <p:ph idx="1"/>
            <p:extLst>
              <p:ext uri="{D42A27DB-BD31-4B8C-83A1-F6EECF244321}">
                <p14:modId xmlns:p14="http://schemas.microsoft.com/office/powerpoint/2010/main" val="1413089295"/>
              </p:ext>
            </p:extLst>
          </p:nvPr>
        </p:nvGraphicFramePr>
        <p:xfrm>
          <a:off x="628650" y="1650222"/>
          <a:ext cx="7879842"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85928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a:t>
            </a:r>
            <a:r>
              <a:rPr lang="en-US" dirty="0" err="1"/>
              <a:t>useEffect</a:t>
            </a:r>
            <a:endParaRPr dirty="0"/>
          </a:p>
        </p:txBody>
      </p:sp>
      <p:graphicFrame>
        <p:nvGraphicFramePr>
          <p:cNvPr id="5" name="Content Placeholder 2">
            <a:extLst>
              <a:ext uri="{FF2B5EF4-FFF2-40B4-BE49-F238E27FC236}">
                <a16:creationId xmlns:a16="http://schemas.microsoft.com/office/drawing/2014/main" id="{0A03DD8C-935D-10A3-44F2-69A337BF10CD}"/>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062D8-7F40-9FE7-B08F-85181DFCB7C9}"/>
              </a:ext>
            </a:extLst>
          </p:cNvPr>
          <p:cNvSpPr>
            <a:spLocks noGrp="1"/>
          </p:cNvSpPr>
          <p:nvPr>
            <p:ph type="title"/>
          </p:nvPr>
        </p:nvSpPr>
        <p:spPr/>
        <p:txBody>
          <a:bodyPr/>
          <a:lstStyle/>
          <a:p>
            <a:r>
              <a:rPr lang="en-US" dirty="0"/>
              <a:t>Understanding </a:t>
            </a:r>
            <a:r>
              <a:rPr lang="en-US" dirty="0" err="1"/>
              <a:t>useEffect</a:t>
            </a:r>
            <a:r>
              <a:rPr lang="en-US" dirty="0"/>
              <a:t> (cont.)</a:t>
            </a:r>
          </a:p>
        </p:txBody>
      </p:sp>
      <p:graphicFrame>
        <p:nvGraphicFramePr>
          <p:cNvPr id="5" name="Content Placeholder 2">
            <a:extLst>
              <a:ext uri="{FF2B5EF4-FFF2-40B4-BE49-F238E27FC236}">
                <a16:creationId xmlns:a16="http://schemas.microsoft.com/office/drawing/2014/main" id="{5AAD2EF1-1FC0-3F67-516F-ECD02E771727}"/>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4061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DE7CE-1B9C-E678-AD36-67B0E4E198B5}"/>
              </a:ext>
            </a:extLst>
          </p:cNvPr>
          <p:cNvSpPr>
            <a:spLocks noGrp="1"/>
          </p:cNvSpPr>
          <p:nvPr>
            <p:ph type="title"/>
          </p:nvPr>
        </p:nvSpPr>
        <p:spPr/>
        <p:txBody>
          <a:bodyPr/>
          <a:lstStyle/>
          <a:p>
            <a:r>
              <a:rPr lang="en-US" dirty="0" err="1"/>
              <a:t>useCallback</a:t>
            </a:r>
            <a:r>
              <a:rPr lang="en-US" dirty="0"/>
              <a:t> vs. </a:t>
            </a:r>
            <a:r>
              <a:rPr lang="en-US" dirty="0" err="1"/>
              <a:t>useMemo</a:t>
            </a:r>
            <a:endParaRPr lang="en-US" dirty="0"/>
          </a:p>
        </p:txBody>
      </p:sp>
      <p:sp>
        <p:nvSpPr>
          <p:cNvPr id="3" name="Content Placeholder 2">
            <a:extLst>
              <a:ext uri="{FF2B5EF4-FFF2-40B4-BE49-F238E27FC236}">
                <a16:creationId xmlns:a16="http://schemas.microsoft.com/office/drawing/2014/main" id="{2D03EA9A-2A3F-7CA6-98F3-4629A7B62720}"/>
              </a:ext>
            </a:extLst>
          </p:cNvPr>
          <p:cNvSpPr>
            <a:spLocks noGrp="1"/>
          </p:cNvSpPr>
          <p:nvPr>
            <p:ph idx="1"/>
          </p:nvPr>
        </p:nvSpPr>
        <p:spPr/>
        <p:txBody>
          <a:bodyPr>
            <a:normAutofit lnSpcReduction="10000"/>
          </a:bodyPr>
          <a:lstStyle/>
          <a:p>
            <a:r>
              <a:rPr lang="en-US" dirty="0" err="1"/>
              <a:t>useCallback</a:t>
            </a:r>
            <a:r>
              <a:rPr lang="en-US" dirty="0"/>
              <a:t>: caches a function.</a:t>
            </a:r>
          </a:p>
          <a:p>
            <a:pPr lvl="1"/>
            <a:r>
              <a:rPr lang="en-US" dirty="0" err="1"/>
              <a:t>useCallback</a:t>
            </a:r>
            <a:r>
              <a:rPr lang="en-US" dirty="0"/>
              <a:t>(</a:t>
            </a:r>
            <a:r>
              <a:rPr lang="en-US" dirty="0" err="1"/>
              <a:t>fn</a:t>
            </a:r>
            <a:r>
              <a:rPr lang="en-US" dirty="0"/>
              <a:t>, dependencies)</a:t>
            </a:r>
          </a:p>
          <a:p>
            <a:pPr lvl="1"/>
            <a:r>
              <a:rPr lang="en-US" dirty="0"/>
              <a:t>React will </a:t>
            </a:r>
            <a:r>
              <a:rPr lang="en-US" b="1" dirty="0"/>
              <a:t>return</a:t>
            </a:r>
            <a:r>
              <a:rPr lang="en-US" dirty="0"/>
              <a:t> the cached function with each render, provided that the dependencies haven’t changed.</a:t>
            </a:r>
          </a:p>
          <a:p>
            <a:r>
              <a:rPr lang="en-US" dirty="0" err="1"/>
              <a:t>useMemo</a:t>
            </a:r>
            <a:r>
              <a:rPr lang="en-US" dirty="0"/>
              <a:t>: </a:t>
            </a:r>
          </a:p>
          <a:p>
            <a:pPr lvl="1"/>
            <a:r>
              <a:rPr lang="en-US" dirty="0" err="1"/>
              <a:t>useMemo</a:t>
            </a:r>
            <a:r>
              <a:rPr lang="en-US" dirty="0"/>
              <a:t>(()=&gt;</a:t>
            </a:r>
            <a:r>
              <a:rPr lang="en-US" dirty="0" err="1"/>
              <a:t>calculateValue</a:t>
            </a:r>
            <a:r>
              <a:rPr lang="en-US" dirty="0"/>
              <a:t>, dependencies)</a:t>
            </a:r>
          </a:p>
          <a:p>
            <a:pPr lvl="1"/>
            <a:r>
              <a:rPr lang="en-US" dirty="0"/>
              <a:t>React will </a:t>
            </a:r>
            <a:r>
              <a:rPr lang="en-US" b="1" dirty="0"/>
              <a:t>call</a:t>
            </a:r>
            <a:r>
              <a:rPr lang="en-US" dirty="0"/>
              <a:t> the function on first render, and return the cached value on subsequent renders, unless the dependencies have changed.</a:t>
            </a:r>
          </a:p>
        </p:txBody>
      </p:sp>
    </p:spTree>
    <p:extLst>
      <p:ext uri="{BB962C8B-B14F-4D97-AF65-F5344CB8AC3E}">
        <p14:creationId xmlns:p14="http://schemas.microsoft.com/office/powerpoint/2010/main" val="506957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6C06-A111-BBC5-AB64-3B2C1931C1BC}"/>
              </a:ext>
            </a:extLst>
          </p:cNvPr>
          <p:cNvSpPr>
            <a:spLocks noGrp="1"/>
          </p:cNvSpPr>
          <p:nvPr>
            <p:ph type="title"/>
          </p:nvPr>
        </p:nvSpPr>
        <p:spPr/>
        <p:txBody>
          <a:bodyPr/>
          <a:lstStyle/>
          <a:p>
            <a:r>
              <a:rPr lang="en-US" dirty="0" err="1"/>
              <a:t>useDeferredValue</a:t>
            </a:r>
            <a:endParaRPr lang="en-US" dirty="0"/>
          </a:p>
        </p:txBody>
      </p:sp>
      <p:sp>
        <p:nvSpPr>
          <p:cNvPr id="3" name="Content Placeholder 2">
            <a:extLst>
              <a:ext uri="{FF2B5EF4-FFF2-40B4-BE49-F238E27FC236}">
                <a16:creationId xmlns:a16="http://schemas.microsoft.com/office/drawing/2014/main" id="{0591964A-378F-ABD2-D1AA-04D8E93AA382}"/>
              </a:ext>
            </a:extLst>
          </p:cNvPr>
          <p:cNvSpPr>
            <a:spLocks noGrp="1"/>
          </p:cNvSpPr>
          <p:nvPr>
            <p:ph idx="1"/>
          </p:nvPr>
        </p:nvSpPr>
        <p:spPr/>
        <p:txBody>
          <a:bodyPr/>
          <a:lstStyle/>
          <a:p>
            <a:r>
              <a:rPr lang="en-US" dirty="0"/>
              <a:t>Can be used with &lt;Suspense&gt; to show stale content while fresh content is loading.</a:t>
            </a:r>
          </a:p>
          <a:p>
            <a:r>
              <a:rPr lang="en-US" dirty="0"/>
              <a:t>Requires use of Relay (</a:t>
            </a:r>
            <a:r>
              <a:rPr lang="en-US" dirty="0" err="1"/>
              <a:t>GraphQL</a:t>
            </a:r>
            <a:r>
              <a:rPr lang="en-US" dirty="0"/>
              <a:t>), </a:t>
            </a:r>
            <a:r>
              <a:rPr lang="en-US" dirty="0" err="1"/>
              <a:t>Next.js</a:t>
            </a:r>
            <a:r>
              <a:rPr lang="en-US" dirty="0"/>
              <a:t>, or Lazy-loading components.</a:t>
            </a:r>
          </a:p>
          <a:p>
            <a:r>
              <a:rPr lang="en-US" sz="2800" dirty="0">
                <a:hlinkClick r:id="rId2"/>
              </a:rPr>
              <a:t>https://</a:t>
            </a:r>
            <a:r>
              <a:rPr lang="en-US" sz="2800" dirty="0" err="1">
                <a:hlinkClick r:id="rId2"/>
              </a:rPr>
              <a:t>react.dev</a:t>
            </a:r>
            <a:r>
              <a:rPr lang="en-US" sz="2800" dirty="0">
                <a:hlinkClick r:id="rId2"/>
              </a:rPr>
              <a:t>/reference/react/</a:t>
            </a:r>
            <a:r>
              <a:rPr lang="en-US" sz="2800" dirty="0" err="1">
                <a:hlinkClick r:id="rId2"/>
              </a:rPr>
              <a:t>useDeferredValue</a:t>
            </a:r>
            <a:endParaRPr lang="en-US" sz="2800" dirty="0"/>
          </a:p>
        </p:txBody>
      </p:sp>
    </p:spTree>
    <p:extLst>
      <p:ext uri="{BB962C8B-B14F-4D97-AF65-F5344CB8AC3E}">
        <p14:creationId xmlns:p14="http://schemas.microsoft.com/office/powerpoint/2010/main" val="3555118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9ACEC-31E0-325F-4119-B08F70873DDE}"/>
              </a:ext>
            </a:extLst>
          </p:cNvPr>
          <p:cNvSpPr>
            <a:spLocks noGrp="1"/>
          </p:cNvSpPr>
          <p:nvPr>
            <p:ph type="title"/>
          </p:nvPr>
        </p:nvSpPr>
        <p:spPr/>
        <p:txBody>
          <a:bodyPr/>
          <a:lstStyle/>
          <a:p>
            <a:r>
              <a:rPr lang="en-US" dirty="0" err="1"/>
              <a:t>useTransition</a:t>
            </a:r>
            <a:endParaRPr lang="en-US" dirty="0"/>
          </a:p>
        </p:txBody>
      </p:sp>
      <p:sp>
        <p:nvSpPr>
          <p:cNvPr id="3" name="Content Placeholder 2">
            <a:extLst>
              <a:ext uri="{FF2B5EF4-FFF2-40B4-BE49-F238E27FC236}">
                <a16:creationId xmlns:a16="http://schemas.microsoft.com/office/drawing/2014/main" id="{211F5040-8527-F953-DA87-D987CAABC0C7}"/>
              </a:ext>
            </a:extLst>
          </p:cNvPr>
          <p:cNvSpPr>
            <a:spLocks noGrp="1"/>
          </p:cNvSpPr>
          <p:nvPr>
            <p:ph idx="1"/>
          </p:nvPr>
        </p:nvSpPr>
        <p:spPr/>
        <p:txBody>
          <a:bodyPr/>
          <a:lstStyle/>
          <a:p>
            <a:r>
              <a:rPr lang="en-US" dirty="0"/>
              <a:t>Lets you update the state without blocking the UI</a:t>
            </a:r>
          </a:p>
          <a:p>
            <a:r>
              <a:rPr lang="en-US" dirty="0"/>
              <a:t>Allows you to mark a state update as a non-blocking transition</a:t>
            </a:r>
          </a:p>
          <a:p>
            <a:endParaRPr lang="en-US" dirty="0"/>
          </a:p>
        </p:txBody>
      </p:sp>
    </p:spTree>
    <p:extLst>
      <p:ext uri="{BB962C8B-B14F-4D97-AF65-F5344CB8AC3E}">
        <p14:creationId xmlns:p14="http://schemas.microsoft.com/office/powerpoint/2010/main" val="3727539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9D19-C649-A94F-2195-3617CA23C7A5}"/>
              </a:ext>
            </a:extLst>
          </p:cNvPr>
          <p:cNvSpPr>
            <a:spLocks noGrp="1"/>
          </p:cNvSpPr>
          <p:nvPr>
            <p:ph type="title"/>
          </p:nvPr>
        </p:nvSpPr>
        <p:spPr/>
        <p:txBody>
          <a:bodyPr/>
          <a:lstStyle/>
          <a:p>
            <a:r>
              <a:rPr lang="en-US" dirty="0" err="1"/>
              <a:t>useLayoutEffect</a:t>
            </a:r>
            <a:endParaRPr lang="en-US" dirty="0"/>
          </a:p>
        </p:txBody>
      </p:sp>
      <p:sp>
        <p:nvSpPr>
          <p:cNvPr id="3" name="Content Placeholder 2">
            <a:extLst>
              <a:ext uri="{FF2B5EF4-FFF2-40B4-BE49-F238E27FC236}">
                <a16:creationId xmlns:a16="http://schemas.microsoft.com/office/drawing/2014/main" id="{9BE071E6-B44C-A376-B91B-66C339E25E39}"/>
              </a:ext>
            </a:extLst>
          </p:cNvPr>
          <p:cNvSpPr>
            <a:spLocks noGrp="1"/>
          </p:cNvSpPr>
          <p:nvPr>
            <p:ph idx="1"/>
          </p:nvPr>
        </p:nvSpPr>
        <p:spPr/>
        <p:txBody>
          <a:bodyPr/>
          <a:lstStyle/>
          <a:p>
            <a:r>
              <a:rPr lang="en-US" dirty="0"/>
              <a:t>A version of </a:t>
            </a:r>
            <a:r>
              <a:rPr lang="en-US" dirty="0" err="1"/>
              <a:t>useEffect</a:t>
            </a:r>
            <a:r>
              <a:rPr lang="en-US" dirty="0"/>
              <a:t> that fires before the browser repaints the screen.</a:t>
            </a:r>
          </a:p>
          <a:p>
            <a:r>
              <a:rPr lang="en-US" dirty="0"/>
              <a:t>Use sparingly - can hurt performance.</a:t>
            </a:r>
          </a:p>
          <a:p>
            <a:r>
              <a:rPr lang="en-US" dirty="0"/>
              <a:t>Demo: </a:t>
            </a:r>
            <a:r>
              <a:rPr lang="en-US" sz="2800" dirty="0">
                <a:hlinkClick r:id="rId2"/>
              </a:rPr>
              <a:t>https://</a:t>
            </a:r>
            <a:r>
              <a:rPr lang="en-US" sz="2800" dirty="0" err="1">
                <a:hlinkClick r:id="rId2"/>
              </a:rPr>
              <a:t>react.dev</a:t>
            </a:r>
            <a:r>
              <a:rPr lang="en-US" sz="2800" dirty="0">
                <a:hlinkClick r:id="rId2"/>
              </a:rPr>
              <a:t>/reference/react/</a:t>
            </a:r>
            <a:r>
              <a:rPr lang="en-US" sz="2800" dirty="0" err="1">
                <a:hlinkClick r:id="rId2"/>
              </a:rPr>
              <a:t>useLayoutEffect</a:t>
            </a:r>
            <a:endParaRPr lang="en-US" dirty="0"/>
          </a:p>
        </p:txBody>
      </p:sp>
    </p:spTree>
    <p:extLst>
      <p:ext uri="{BB962C8B-B14F-4D97-AF65-F5344CB8AC3E}">
        <p14:creationId xmlns:p14="http://schemas.microsoft.com/office/powerpoint/2010/main" val="33984185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A43A4-EB4F-04F1-5312-A220F9EC93F8}"/>
              </a:ext>
            </a:extLst>
          </p:cNvPr>
          <p:cNvSpPr>
            <a:spLocks noGrp="1"/>
          </p:cNvSpPr>
          <p:nvPr>
            <p:ph type="title"/>
          </p:nvPr>
        </p:nvSpPr>
        <p:spPr>
          <a:xfrm>
            <a:off x="6059983" y="741391"/>
            <a:ext cx="2526926" cy="1616203"/>
          </a:xfrm>
        </p:spPr>
        <p:txBody>
          <a:bodyPr anchor="b">
            <a:normAutofit/>
          </a:bodyPr>
          <a:lstStyle/>
          <a:p>
            <a:r>
              <a:rPr lang="en-US" sz="2800" dirty="0"/>
              <a:t>Lab: React Fundamentals</a:t>
            </a:r>
          </a:p>
        </p:txBody>
      </p:sp>
      <p:pic>
        <p:nvPicPr>
          <p:cNvPr id="12" name="Picture 11" descr="Light bulb on yellow background with sketched light beams and cord">
            <a:extLst>
              <a:ext uri="{FF2B5EF4-FFF2-40B4-BE49-F238E27FC236}">
                <a16:creationId xmlns:a16="http://schemas.microsoft.com/office/drawing/2014/main" id="{BCD72452-96E9-A60C-D047-1CC499E8953C}"/>
              </a:ext>
            </a:extLst>
          </p:cNvPr>
          <p:cNvPicPr>
            <a:picLocks noChangeAspect="1"/>
          </p:cNvPicPr>
          <p:nvPr/>
        </p:nvPicPr>
        <p:blipFill rotWithShape="1">
          <a:blip r:embed="rId3"/>
          <a:srcRect l="47277" r="3019"/>
          <a:stretch/>
        </p:blipFill>
        <p:spPr>
          <a:xfrm>
            <a:off x="20" y="10"/>
            <a:ext cx="5542677" cy="6857990"/>
          </a:xfrm>
          <a:prstGeom prst="rect">
            <a:avLst/>
          </a:prstGeom>
        </p:spPr>
      </p:pic>
      <p:sp>
        <p:nvSpPr>
          <p:cNvPr id="14" name="Rectangle 13">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955894" y="3271199"/>
            <a:ext cx="1630908" cy="5542697"/>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2296081" y="2296080"/>
            <a:ext cx="6854280" cy="226211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46242" y="4425055"/>
            <a:ext cx="2196454"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Content Placeholder 2">
            <a:extLst>
              <a:ext uri="{FF2B5EF4-FFF2-40B4-BE49-F238E27FC236}">
                <a16:creationId xmlns:a16="http://schemas.microsoft.com/office/drawing/2014/main" id="{59EE0A7E-FCF3-7FA2-1430-5A1B62CCFB8E}"/>
              </a:ext>
            </a:extLst>
          </p:cNvPr>
          <p:cNvSpPr>
            <a:spLocks noGrp="1"/>
          </p:cNvSpPr>
          <p:nvPr>
            <p:ph idx="1"/>
          </p:nvPr>
        </p:nvSpPr>
        <p:spPr>
          <a:xfrm>
            <a:off x="6059983" y="2533476"/>
            <a:ext cx="2526926" cy="3447832"/>
          </a:xfrm>
        </p:spPr>
        <p:txBody>
          <a:bodyPr anchor="t">
            <a:normAutofit/>
          </a:bodyPr>
          <a:lstStyle/>
          <a:p>
            <a:r>
              <a:rPr lang="en-US" sz="1700" dirty="0"/>
              <a:t>Add new features to an existing real-time chat application</a:t>
            </a:r>
          </a:p>
          <a:p>
            <a:pPr marL="0" indent="0">
              <a:buNone/>
            </a:pPr>
            <a:endParaRPr lang="en-US" sz="1700" dirty="0"/>
          </a:p>
          <a:p>
            <a:endParaRPr lang="en-US" sz="1700" dirty="0"/>
          </a:p>
        </p:txBody>
      </p:sp>
    </p:spTree>
    <p:extLst>
      <p:ext uri="{BB962C8B-B14F-4D97-AF65-F5344CB8AC3E}">
        <p14:creationId xmlns:p14="http://schemas.microsoft.com/office/powerpoint/2010/main" val="24150240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React Router</a:t>
            </a:r>
          </a:p>
        </p:txBody>
      </p:sp>
      <p:graphicFrame>
        <p:nvGraphicFramePr>
          <p:cNvPr id="5" name="Content Placeholder 2">
            <a:extLst>
              <a:ext uri="{FF2B5EF4-FFF2-40B4-BE49-F238E27FC236}">
                <a16:creationId xmlns:a16="http://schemas.microsoft.com/office/drawing/2014/main" id="{577FEC59-060B-6105-D4A7-0CB46A78BDF2}"/>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 to React Router</a:t>
            </a:r>
          </a:p>
        </p:txBody>
      </p:sp>
      <p:graphicFrame>
        <p:nvGraphicFramePr>
          <p:cNvPr id="5" name="Content Placeholder 2">
            <a:extLst>
              <a:ext uri="{FF2B5EF4-FFF2-40B4-BE49-F238E27FC236}">
                <a16:creationId xmlns:a16="http://schemas.microsoft.com/office/drawing/2014/main" id="{183CE057-F455-4C68-C028-F75DF51DC7CF}"/>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Router Component</a:t>
            </a:r>
          </a:p>
        </p:txBody>
      </p:sp>
      <p:sp>
        <p:nvSpPr>
          <p:cNvPr id="3" name="Content Placeholder 2"/>
          <p:cNvSpPr>
            <a:spLocks noGrp="1"/>
          </p:cNvSpPr>
          <p:nvPr>
            <p:ph idx="1"/>
          </p:nvPr>
        </p:nvSpPr>
        <p:spPr/>
        <p:txBody>
          <a:bodyPr>
            <a:normAutofit fontScale="85000" lnSpcReduction="20000"/>
          </a:bodyPr>
          <a:lstStyle/>
          <a:p>
            <a:r>
              <a:rPr lang="en-US" dirty="0"/>
              <a:t>Wraps around the Routes component</a:t>
            </a:r>
          </a:p>
          <a:p>
            <a:pPr lvl="1"/>
            <a:r>
              <a:rPr lang="en-US" dirty="0"/>
              <a:t>data APIs</a:t>
            </a:r>
          </a:p>
          <a:p>
            <a:pPr lvl="2"/>
            <a:r>
              <a:rPr lang="en-US" dirty="0"/>
              <a:t>version 6.4+</a:t>
            </a:r>
          </a:p>
          <a:p>
            <a:pPr lvl="2"/>
            <a:r>
              <a:rPr lang="en-US" dirty="0" err="1"/>
              <a:t>createBrowserRouter</a:t>
            </a:r>
            <a:endParaRPr lang="en-US" dirty="0"/>
          </a:p>
          <a:p>
            <a:pPr lvl="3"/>
            <a:r>
              <a:rPr lang="en-US" dirty="0"/>
              <a:t>recommended for browser-based apps</a:t>
            </a:r>
          </a:p>
          <a:p>
            <a:pPr lvl="2"/>
            <a:r>
              <a:rPr lang="en-US" dirty="0" err="1"/>
              <a:t>createHashRouter</a:t>
            </a:r>
            <a:endParaRPr lang="en-US" dirty="0"/>
          </a:p>
          <a:p>
            <a:pPr lvl="2"/>
            <a:r>
              <a:rPr lang="en-US" dirty="0" err="1"/>
              <a:t>createMemoryRouter</a:t>
            </a:r>
            <a:endParaRPr lang="en-US" dirty="0"/>
          </a:p>
          <a:p>
            <a:pPr lvl="2"/>
            <a:r>
              <a:rPr lang="en-US" dirty="0" err="1"/>
              <a:t>createStaticRouter</a:t>
            </a:r>
            <a:endParaRPr lang="en-US" dirty="0"/>
          </a:p>
          <a:p>
            <a:pPr lvl="1"/>
            <a:r>
              <a:rPr lang="en-US" dirty="0"/>
              <a:t>pre-6.4 (still supported)</a:t>
            </a:r>
          </a:p>
          <a:p>
            <a:pPr lvl="2"/>
            <a:r>
              <a:rPr lang="en-US" dirty="0"/>
              <a:t>&lt;</a:t>
            </a:r>
            <a:r>
              <a:rPr lang="en-US" dirty="0" err="1"/>
              <a:t>BrowserRouter</a:t>
            </a:r>
            <a:r>
              <a:rPr lang="en-US" dirty="0"/>
              <a:t>&gt;</a:t>
            </a:r>
          </a:p>
          <a:p>
            <a:pPr lvl="2"/>
            <a:r>
              <a:rPr lang="en-US" dirty="0"/>
              <a:t>&lt;</a:t>
            </a:r>
            <a:r>
              <a:rPr lang="en-US" dirty="0" err="1"/>
              <a:t>MemoryRouter</a:t>
            </a:r>
            <a:r>
              <a:rPr lang="en-US" dirty="0"/>
              <a:t>&gt;</a:t>
            </a:r>
          </a:p>
          <a:p>
            <a:pPr lvl="2"/>
            <a:r>
              <a:rPr lang="en-US" dirty="0"/>
              <a:t>&lt;</a:t>
            </a:r>
            <a:r>
              <a:rPr lang="en-US" dirty="0" err="1"/>
              <a:t>HashRouter</a:t>
            </a:r>
            <a:r>
              <a:rPr lang="en-US" dirty="0"/>
              <a:t>&gt;</a:t>
            </a:r>
          </a:p>
          <a:p>
            <a:pPr lvl="2"/>
            <a:r>
              <a:rPr lang="en-US" dirty="0"/>
              <a:t>&lt;</a:t>
            </a:r>
            <a:r>
              <a:rPr lang="en-US" dirty="0" err="1"/>
              <a:t>NativeRouter</a:t>
            </a:r>
            <a:r>
              <a:rPr lang="en-US" dirty="0"/>
              <a:t>&gt;</a:t>
            </a:r>
          </a:p>
          <a:p>
            <a:pPr lvl="2"/>
            <a:r>
              <a:rPr lang="en-US" dirty="0"/>
              <a:t>&lt;</a:t>
            </a:r>
            <a:r>
              <a:rPr lang="en-US" dirty="0" err="1"/>
              <a:t>StaticRouter</a:t>
            </a:r>
            <a:r>
              <a:rPr lang="en-US" dirty="0"/>
              <a:t>&gt;</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ntersecting roads">
            <a:extLst>
              <a:ext uri="{FF2B5EF4-FFF2-40B4-BE49-F238E27FC236}">
                <a16:creationId xmlns:a16="http://schemas.microsoft.com/office/drawing/2014/main" id="{EDC14137-A546-3EE5-EE1A-2A1EF6A6A30C}"/>
              </a:ext>
            </a:extLst>
          </p:cNvPr>
          <p:cNvPicPr>
            <a:picLocks noChangeAspect="1"/>
          </p:cNvPicPr>
          <p:nvPr/>
        </p:nvPicPr>
        <p:blipFill rotWithShape="1">
          <a:blip r:embed="rId3"/>
          <a:srcRect l="21229" r="28162" b="-1"/>
          <a:stretch/>
        </p:blipFill>
        <p:spPr>
          <a:xfrm>
            <a:off x="4577270" y="10"/>
            <a:ext cx="4566728"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7268"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7268"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483335-F463-4EF9-7ACB-821FF63E2B84}"/>
              </a:ext>
            </a:extLst>
          </p:cNvPr>
          <p:cNvSpPr>
            <a:spLocks noGrp="1"/>
          </p:cNvSpPr>
          <p:nvPr>
            <p:ph type="title"/>
          </p:nvPr>
        </p:nvSpPr>
        <p:spPr>
          <a:xfrm>
            <a:off x="571350" y="328512"/>
            <a:ext cx="3583791" cy="1628970"/>
          </a:xfrm>
        </p:spPr>
        <p:txBody>
          <a:bodyPr anchor="ctr">
            <a:normAutofit/>
          </a:bodyPr>
          <a:lstStyle/>
          <a:p>
            <a:r>
              <a:rPr lang="en-US" sz="3500"/>
              <a:t>Routes Component</a:t>
            </a:r>
          </a:p>
        </p:txBody>
      </p:sp>
      <p:sp>
        <p:nvSpPr>
          <p:cNvPr id="3" name="Content Placeholder 2">
            <a:extLst>
              <a:ext uri="{FF2B5EF4-FFF2-40B4-BE49-F238E27FC236}">
                <a16:creationId xmlns:a16="http://schemas.microsoft.com/office/drawing/2014/main" id="{37ECA923-5BC3-B475-0CE9-D3E35CB14E56}"/>
              </a:ext>
            </a:extLst>
          </p:cNvPr>
          <p:cNvSpPr>
            <a:spLocks noGrp="1"/>
          </p:cNvSpPr>
          <p:nvPr>
            <p:ph idx="1"/>
          </p:nvPr>
        </p:nvSpPr>
        <p:spPr>
          <a:xfrm>
            <a:off x="571350" y="2884929"/>
            <a:ext cx="3494817" cy="3374137"/>
          </a:xfrm>
        </p:spPr>
        <p:txBody>
          <a:bodyPr anchor="ctr">
            <a:normAutofit/>
          </a:bodyPr>
          <a:lstStyle/>
          <a:p>
            <a:r>
              <a:rPr lang="en-US" sz="3600" dirty="0"/>
              <a:t>Wraps around a group of Route components.</a:t>
            </a:r>
          </a:p>
          <a:p>
            <a:endParaRPr lang="en-US" sz="1700" dirty="0"/>
          </a:p>
        </p:txBody>
      </p:sp>
    </p:spTree>
    <p:extLst>
      <p:ext uri="{BB962C8B-B14F-4D97-AF65-F5344CB8AC3E}">
        <p14:creationId xmlns:p14="http://schemas.microsoft.com/office/powerpoint/2010/main" val="26721240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Route Component</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dirty="0"/>
              <a:t>Matches paths to elements</a:t>
            </a:r>
          </a:p>
          <a:p>
            <a:r>
              <a:rPr lang="en-US" dirty="0"/>
              <a:t>Must be a direct child of a Routes component</a:t>
            </a:r>
          </a:p>
        </p:txBody>
      </p:sp>
      <p:pic>
        <p:nvPicPr>
          <p:cNvPr id="5" name="Picture 4" descr="Railroad tracks intersecting">
            <a:extLst>
              <a:ext uri="{FF2B5EF4-FFF2-40B4-BE49-F238E27FC236}">
                <a16:creationId xmlns:a16="http://schemas.microsoft.com/office/drawing/2014/main" id="{696DDF4C-7561-7803-838A-6C515981CFBC}"/>
              </a:ext>
            </a:extLst>
          </p:cNvPr>
          <p:cNvPicPr>
            <a:picLocks noChangeAspect="1"/>
          </p:cNvPicPr>
          <p:nvPr/>
        </p:nvPicPr>
        <p:blipFill rotWithShape="1">
          <a:blip r:embed="rId3"/>
          <a:srcRect l="17684" r="15575"/>
          <a:stretch/>
        </p:blipFill>
        <p:spPr>
          <a:xfrm>
            <a:off x="4572000" y="1"/>
            <a:ext cx="4577118"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518BCE60-EB58-4019-B93A-1094BA89FB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5239C5D7-3A83-4B28-BA16-9364DA5FA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0" y="0"/>
            <a:ext cx="4039153" cy="6858000"/>
          </a:xfrm>
          <a:prstGeom prst="rect">
            <a:avLst/>
          </a:prstGeom>
          <a:ln>
            <a:noFill/>
          </a:ln>
          <a:effectLst>
            <a:outerShdw blurRad="635000" dist="254000" dir="5460000" sx="90000" sy="9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C0E4BDC5-1DF0-B758-02E4-0AA24AB72B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087"/>
            <a:ext cx="4577778" cy="5125412"/>
          </a:xfrm>
          <a:prstGeom prst="rect">
            <a:avLst/>
          </a:prstGeom>
          <a:ln>
            <a:noFill/>
          </a:ln>
          <a:effectLst>
            <a:outerShdw blurRad="635000" dist="254000" dir="5460000" sx="90000" sy="9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6072" y="777240"/>
            <a:ext cx="3377012" cy="3792070"/>
          </a:xfrm>
        </p:spPr>
        <p:txBody>
          <a:bodyPr vert="horz" lIns="91440" tIns="45720" rIns="91440" bIns="45720" rtlCol="0" anchor="t">
            <a:normAutofit/>
          </a:bodyPr>
          <a:lstStyle/>
          <a:p>
            <a:pPr algn="l" defTabSz="914400">
              <a:lnSpc>
                <a:spcPct val="90000"/>
              </a:lnSpc>
            </a:pPr>
            <a:r>
              <a:rPr lang="en-US" sz="4200"/>
              <a:t>Link and NavLink Components</a:t>
            </a:r>
          </a:p>
        </p:txBody>
      </p:sp>
      <p:sp>
        <p:nvSpPr>
          <p:cNvPr id="3" name="Content Placeholder 2"/>
          <p:cNvSpPr>
            <a:spLocks noGrp="1"/>
          </p:cNvSpPr>
          <p:nvPr>
            <p:ph idx="1"/>
          </p:nvPr>
        </p:nvSpPr>
        <p:spPr>
          <a:xfrm>
            <a:off x="570454" y="5486395"/>
            <a:ext cx="3533285" cy="943901"/>
          </a:xfrm>
        </p:spPr>
        <p:txBody>
          <a:bodyPr vert="horz" lIns="91440" tIns="45720" rIns="91440" bIns="45720" rtlCol="0" anchor="ctr">
            <a:normAutofit/>
          </a:bodyPr>
          <a:lstStyle/>
          <a:p>
            <a:pPr marL="0" indent="0" defTabSz="914400">
              <a:lnSpc>
                <a:spcPct val="90000"/>
              </a:lnSpc>
              <a:spcBef>
                <a:spcPts val="1000"/>
              </a:spcBef>
              <a:buNone/>
            </a:pPr>
            <a:r>
              <a:rPr lang="en-US" sz="2400"/>
              <a:t>Explanation and differences</a:t>
            </a:r>
          </a:p>
        </p:txBody>
      </p:sp>
      <p:pic>
        <p:nvPicPr>
          <p:cNvPr id="5" name="Picture 4">
            <a:extLst>
              <a:ext uri="{FF2B5EF4-FFF2-40B4-BE49-F238E27FC236}">
                <a16:creationId xmlns:a16="http://schemas.microsoft.com/office/drawing/2014/main" id="{70566621-FDBA-79B6-E4FD-964A2513B0BF}"/>
              </a:ext>
            </a:extLst>
          </p:cNvPr>
          <p:cNvPicPr>
            <a:picLocks noChangeAspect="1"/>
          </p:cNvPicPr>
          <p:nvPr/>
        </p:nvPicPr>
        <p:blipFill rotWithShape="1">
          <a:blip r:embed="rId3"/>
          <a:srcRect l="39712" r="20974" b="-1"/>
          <a:stretch/>
        </p:blipFill>
        <p:spPr>
          <a:xfrm>
            <a:off x="4577778" y="10"/>
            <a:ext cx="4039155" cy="6857990"/>
          </a:xfrm>
          <a:prstGeom prst="rect">
            <a:avLst/>
          </a:prstGeom>
        </p:spPr>
      </p:pic>
      <p:sp>
        <p:nvSpPr>
          <p:cNvPr id="15" name="tint">
            <a:extLst>
              <a:ext uri="{FF2B5EF4-FFF2-40B4-BE49-F238E27FC236}">
                <a16:creationId xmlns:a16="http://schemas.microsoft.com/office/drawing/2014/main" id="{49109861-B852-BC17-33D7-416D00A396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19220" y="0"/>
            <a:ext cx="522493"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CBECF-6689-EB1D-1E42-A36095B718AE}"/>
              </a:ext>
            </a:extLst>
          </p:cNvPr>
          <p:cNvSpPr>
            <a:spLocks noGrp="1"/>
          </p:cNvSpPr>
          <p:nvPr>
            <p:ph type="title"/>
          </p:nvPr>
        </p:nvSpPr>
        <p:spPr/>
        <p:txBody>
          <a:bodyPr/>
          <a:lstStyle/>
          <a:p>
            <a:r>
              <a:rPr lang="en-US" dirty="0"/>
              <a:t>redirect</a:t>
            </a:r>
          </a:p>
        </p:txBody>
      </p:sp>
      <p:sp>
        <p:nvSpPr>
          <p:cNvPr id="3" name="Content Placeholder 2">
            <a:extLst>
              <a:ext uri="{FF2B5EF4-FFF2-40B4-BE49-F238E27FC236}">
                <a16:creationId xmlns:a16="http://schemas.microsoft.com/office/drawing/2014/main" id="{2AF28A38-2940-A244-D61F-00D42D2CF68F}"/>
              </a:ext>
            </a:extLst>
          </p:cNvPr>
          <p:cNvSpPr>
            <a:spLocks noGrp="1"/>
          </p:cNvSpPr>
          <p:nvPr>
            <p:ph idx="1"/>
          </p:nvPr>
        </p:nvSpPr>
        <p:spPr/>
        <p:txBody>
          <a:bodyPr/>
          <a:lstStyle/>
          <a:p>
            <a:r>
              <a:rPr lang="en-US" dirty="0"/>
              <a:t>Redirects to a new location.</a:t>
            </a:r>
            <a:endParaRPr lang="en-US" dirty="0">
              <a:latin typeface="Courier New" panose="02070309020205020404" pitchFamily="49" charset="0"/>
              <a:cs typeface="Courier New" panose="02070309020205020404" pitchFamily="49" charset="0"/>
            </a:endParaRPr>
          </a:p>
          <a:p>
            <a:pPr marL="0" indent="0">
              <a:buNone/>
            </a:pPr>
            <a:r>
              <a:rPr lang="en-US" sz="2400" dirty="0">
                <a:effectLst/>
                <a:latin typeface="Courier New" panose="02070309020205020404" pitchFamily="49" charset="0"/>
                <a:cs typeface="Courier New" panose="02070309020205020404" pitchFamily="49" charset="0"/>
              </a:rPr>
              <a:t>import { redirect } from "react-router-</a:t>
            </a:r>
            <a:r>
              <a:rPr lang="en-US" sz="2400" dirty="0" err="1">
                <a:effectLst/>
                <a:latin typeface="Courier New" panose="02070309020205020404" pitchFamily="49" charset="0"/>
                <a:cs typeface="Courier New" panose="02070309020205020404" pitchFamily="49" charset="0"/>
              </a:rPr>
              <a:t>dom</a:t>
            </a:r>
            <a:r>
              <a:rPr lang="en-US" sz="2400" dirty="0">
                <a:effectLst/>
                <a:latin typeface="Courier New" panose="02070309020205020404" pitchFamily="49" charset="0"/>
                <a:cs typeface="Courier New" panose="02070309020205020404" pitchFamily="49" charset="0"/>
              </a:rPr>
              <a:t>"; </a:t>
            </a:r>
          </a:p>
          <a:p>
            <a:pPr marL="0" indent="0">
              <a:buNone/>
            </a:pPr>
            <a:r>
              <a:rPr lang="en-US" sz="2400" dirty="0">
                <a:effectLst/>
                <a:latin typeface="Courier New" panose="02070309020205020404" pitchFamily="49" charset="0"/>
                <a:cs typeface="Courier New" panose="02070309020205020404" pitchFamily="49" charset="0"/>
              </a:rPr>
              <a:t>const loader = async () =&gt; { </a:t>
            </a:r>
          </a:p>
          <a:p>
            <a:pPr marL="0" indent="0">
              <a:buNone/>
            </a:pPr>
            <a:r>
              <a:rPr lang="en-US" sz="2400" dirty="0">
                <a:latin typeface="Courier New" panose="02070309020205020404" pitchFamily="49" charset="0"/>
                <a:cs typeface="Courier New" panose="02070309020205020404" pitchFamily="49" charset="0"/>
              </a:rPr>
              <a:t>  </a:t>
            </a:r>
            <a:r>
              <a:rPr lang="en-US" sz="2400" dirty="0">
                <a:effectLst/>
                <a:latin typeface="Courier New" panose="02070309020205020404" pitchFamily="49" charset="0"/>
                <a:cs typeface="Courier New" panose="02070309020205020404" pitchFamily="49" charset="0"/>
              </a:rPr>
              <a:t>const user = await </a:t>
            </a:r>
            <a:r>
              <a:rPr lang="en-US" sz="2400" dirty="0" err="1">
                <a:effectLst/>
                <a:latin typeface="Courier New" panose="02070309020205020404" pitchFamily="49" charset="0"/>
                <a:cs typeface="Courier New" panose="02070309020205020404" pitchFamily="49" charset="0"/>
              </a:rPr>
              <a:t>getUser</a:t>
            </a:r>
            <a:r>
              <a:rPr lang="en-US" sz="2400" dirty="0">
                <a:effectLst/>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a:t>
            </a:r>
            <a:r>
              <a:rPr lang="en-US" sz="2400" dirty="0">
                <a:effectLst/>
                <a:latin typeface="Courier New" panose="02070309020205020404" pitchFamily="49" charset="0"/>
                <a:cs typeface="Courier New" panose="02070309020205020404" pitchFamily="49" charset="0"/>
              </a:rPr>
              <a:t>if (!user) { </a:t>
            </a:r>
          </a:p>
          <a:p>
            <a:pPr marL="0" indent="0">
              <a:buNone/>
            </a:pPr>
            <a:r>
              <a:rPr lang="en-US" sz="2400" dirty="0">
                <a:latin typeface="Courier New" panose="02070309020205020404" pitchFamily="49" charset="0"/>
                <a:cs typeface="Courier New" panose="02070309020205020404" pitchFamily="49" charset="0"/>
              </a:rPr>
              <a:t>    </a:t>
            </a:r>
            <a:r>
              <a:rPr lang="en-US" sz="2400" dirty="0">
                <a:effectLst/>
                <a:latin typeface="Courier New" panose="02070309020205020404" pitchFamily="49" charset="0"/>
                <a:cs typeface="Courier New" panose="02070309020205020404" pitchFamily="49" charset="0"/>
              </a:rPr>
              <a:t>return redirect("/login"); </a:t>
            </a:r>
          </a:p>
          <a:p>
            <a:pPr marL="0" indent="0">
              <a:buNone/>
            </a:pPr>
            <a:r>
              <a:rPr lang="en-US" sz="2400" dirty="0">
                <a:latin typeface="Courier New" panose="02070309020205020404" pitchFamily="49" charset="0"/>
                <a:cs typeface="Courier New" panose="02070309020205020404" pitchFamily="49" charset="0"/>
              </a:rPr>
              <a:t>  </a:t>
            </a:r>
            <a:r>
              <a:rPr lang="en-US" sz="2400" dirty="0">
                <a:effectLst/>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a:effectLst/>
                <a:latin typeface="Courier New" panose="02070309020205020404" pitchFamily="49" charset="0"/>
                <a:cs typeface="Courier New" panose="02070309020205020404" pitchFamily="49" charset="0"/>
              </a:rPr>
              <a:t>return null; </a:t>
            </a:r>
          </a:p>
          <a:p>
            <a:pPr marL="0" indent="0">
              <a:buNone/>
            </a:pPr>
            <a:r>
              <a:rPr lang="en-US" sz="2400" dirty="0">
                <a:effectLst/>
                <a:latin typeface="Courier New" panose="02070309020205020404" pitchFamily="49" charset="0"/>
                <a:cs typeface="Courier New" panose="02070309020205020404" pitchFamily="49" charset="0"/>
              </a:rPr>
              <a:t>};</a:t>
            </a: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190538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Dynamic Routing</a:t>
            </a:r>
          </a:p>
        </p:txBody>
      </p:sp>
      <p:sp>
        <p:nvSpPr>
          <p:cNvPr id="3" name="Content Placeholder 2"/>
          <p:cNvSpPr>
            <a:spLocks noGrp="1"/>
          </p:cNvSpPr>
          <p:nvPr>
            <p:ph idx="1"/>
          </p:nvPr>
        </p:nvSpPr>
        <p:spPr/>
        <p:txBody>
          <a:bodyPr/>
          <a:lstStyle/>
          <a:p>
            <a:r>
              <a:rPr lang="en-US" dirty="0"/>
              <a:t>Route parameters</a:t>
            </a:r>
          </a:p>
          <a:p>
            <a:pPr lvl="1"/>
            <a:r>
              <a:rPr lang="en-US" dirty="0"/>
              <a:t>define routes with variable parts</a:t>
            </a:r>
          </a:p>
          <a:p>
            <a:pPr lvl="1"/>
            <a:r>
              <a:rPr lang="en-US" dirty="0"/>
              <a:t>/users/:</a:t>
            </a:r>
            <a:r>
              <a:rPr lang="en-US" dirty="0" err="1"/>
              <a:t>userId</a:t>
            </a:r>
            <a:r>
              <a:rPr lang="en-US" dirty="0"/>
              <a:t> matches /users/123, /users/</a:t>
            </a:r>
            <a:r>
              <a:rPr lang="en-US" dirty="0" err="1"/>
              <a:t>abc</a:t>
            </a:r>
            <a:r>
              <a:rPr lang="en-US" dirty="0"/>
              <a:t>, </a:t>
            </a:r>
            <a:r>
              <a:rPr lang="en-US" dirty="0" err="1"/>
              <a:t>etc</a:t>
            </a:r>
            <a:endParaRPr lang="en-US" dirty="0"/>
          </a:p>
          <a:p>
            <a:pPr lvl="1"/>
            <a:r>
              <a:rPr lang="en-US" dirty="0"/>
              <a:t>Query Strings and URL parsing</a:t>
            </a:r>
          </a:p>
          <a:p>
            <a:pPr lvl="2"/>
            <a:r>
              <a:rPr lang="en-US" dirty="0"/>
              <a:t>/</a:t>
            </a:r>
            <a:r>
              <a:rPr lang="en-US" dirty="0" err="1"/>
              <a:t>search?query</a:t>
            </a:r>
            <a:r>
              <a:rPr lang="en-US" dirty="0"/>
              <a:t>=react allows the component to access query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Hooks in React Router</a:t>
            </a:r>
          </a:p>
        </p:txBody>
      </p:sp>
      <p:graphicFrame>
        <p:nvGraphicFramePr>
          <p:cNvPr id="5" name="Content Placeholder 2">
            <a:extLst>
              <a:ext uri="{FF2B5EF4-FFF2-40B4-BE49-F238E27FC236}">
                <a16:creationId xmlns:a16="http://schemas.microsoft.com/office/drawing/2014/main" id="{72F60EAE-08DB-5861-E954-092C7094EEF0}"/>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02206-AA94-42E3-5E65-313C77C9655A}"/>
              </a:ext>
            </a:extLst>
          </p:cNvPr>
          <p:cNvSpPr>
            <a:spLocks noGrp="1"/>
          </p:cNvSpPr>
          <p:nvPr>
            <p:ph type="title"/>
          </p:nvPr>
        </p:nvSpPr>
        <p:spPr/>
        <p:txBody>
          <a:bodyPr/>
          <a:lstStyle/>
          <a:p>
            <a:r>
              <a:rPr lang="en-US" dirty="0"/>
              <a:t>Outlet Components</a:t>
            </a:r>
          </a:p>
        </p:txBody>
      </p:sp>
      <p:sp>
        <p:nvSpPr>
          <p:cNvPr id="3" name="Content Placeholder 2">
            <a:extLst>
              <a:ext uri="{FF2B5EF4-FFF2-40B4-BE49-F238E27FC236}">
                <a16:creationId xmlns:a16="http://schemas.microsoft.com/office/drawing/2014/main" id="{1ACBD23F-958F-AA55-DCE2-0071FE4F3DB5}"/>
              </a:ext>
            </a:extLst>
          </p:cNvPr>
          <p:cNvSpPr>
            <a:spLocks noGrp="1"/>
          </p:cNvSpPr>
          <p:nvPr>
            <p:ph idx="1"/>
          </p:nvPr>
        </p:nvSpPr>
        <p:spPr/>
        <p:txBody>
          <a:bodyPr/>
          <a:lstStyle/>
          <a:p>
            <a:r>
              <a:rPr lang="en-US" dirty="0"/>
              <a:t>Used in a parent route element to render its child route elements.</a:t>
            </a:r>
          </a:p>
        </p:txBody>
      </p:sp>
    </p:spTree>
    <p:extLst>
      <p:ext uri="{BB962C8B-B14F-4D97-AF65-F5344CB8AC3E}">
        <p14:creationId xmlns:p14="http://schemas.microsoft.com/office/powerpoint/2010/main" val="13741693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Nested Routes</a:t>
            </a:r>
          </a:p>
        </p:txBody>
      </p:sp>
      <p:sp>
        <p:nvSpPr>
          <p:cNvPr id="3" name="Content Placeholder 2"/>
          <p:cNvSpPr>
            <a:spLocks noGrp="1"/>
          </p:cNvSpPr>
          <p:nvPr>
            <p:ph idx="1"/>
          </p:nvPr>
        </p:nvSpPr>
        <p:spPr/>
        <p:txBody>
          <a:bodyPr>
            <a:normAutofit fontScale="40000" lnSpcReduction="20000"/>
          </a:bodyPr>
          <a:lstStyle/>
          <a:p>
            <a:r>
              <a:rPr lang="en-US" sz="6000" dirty="0"/>
              <a:t>Create a component that renders an Outlet</a:t>
            </a:r>
          </a:p>
          <a:p>
            <a:r>
              <a:rPr lang="en-US" sz="6000" dirty="0"/>
              <a:t>Nest Route elements inside the Outlet route.</a:t>
            </a:r>
          </a:p>
          <a:p>
            <a:pPr marL="0" indent="0">
              <a:buNone/>
            </a:pPr>
            <a:endParaRPr lang="en-US" sz="4200" dirty="0">
              <a:latin typeface="Courier New" panose="02070309020205020404" pitchFamily="49" charset="0"/>
              <a:cs typeface="Courier New" panose="02070309020205020404" pitchFamily="49" charset="0"/>
            </a:endParaRPr>
          </a:p>
          <a:p>
            <a:pPr marL="0" indent="0">
              <a:buNone/>
            </a:pPr>
            <a:r>
              <a:rPr lang="en-US" sz="4200" dirty="0">
                <a:latin typeface="Courier New" panose="02070309020205020404" pitchFamily="49" charset="0"/>
                <a:cs typeface="Courier New" panose="02070309020205020404" pitchFamily="49" charset="0"/>
              </a:rPr>
              <a:t>function Dashboard() {</a:t>
            </a:r>
          </a:p>
          <a:p>
            <a:pPr marL="0" indent="0">
              <a:buNone/>
            </a:pPr>
            <a:r>
              <a:rPr lang="en-US" sz="4200" dirty="0">
                <a:latin typeface="Courier New" panose="02070309020205020404" pitchFamily="49" charset="0"/>
                <a:cs typeface="Courier New" panose="02070309020205020404" pitchFamily="49" charset="0"/>
              </a:rPr>
              <a:t>  return ( &lt;Outlet /&gt; );</a:t>
            </a:r>
          </a:p>
          <a:p>
            <a:pPr marL="0" indent="0">
              <a:buNone/>
            </a:pPr>
            <a:r>
              <a:rPr lang="en-US" sz="4200" dirty="0">
                <a:latin typeface="Courier New" panose="02070309020205020404" pitchFamily="49" charset="0"/>
                <a:cs typeface="Courier New" panose="02070309020205020404" pitchFamily="49" charset="0"/>
              </a:rPr>
              <a:t>}</a:t>
            </a:r>
          </a:p>
          <a:p>
            <a:pPr marL="0" indent="0">
              <a:buNone/>
            </a:pPr>
            <a:r>
              <a:rPr lang="en-US" sz="4200" dirty="0">
                <a:latin typeface="Courier New" panose="02070309020205020404" pitchFamily="49" charset="0"/>
                <a:cs typeface="Courier New" panose="02070309020205020404" pitchFamily="49" charset="0"/>
              </a:rPr>
              <a:t>function App() {</a:t>
            </a:r>
          </a:p>
          <a:p>
            <a:pPr marL="0" indent="0">
              <a:buNone/>
            </a:pPr>
            <a:r>
              <a:rPr lang="en-US" sz="4200" dirty="0">
                <a:latin typeface="Courier New" panose="02070309020205020404" pitchFamily="49" charset="0"/>
                <a:cs typeface="Courier New" panose="02070309020205020404" pitchFamily="49" charset="0"/>
              </a:rPr>
              <a:t>  return (</a:t>
            </a:r>
          </a:p>
          <a:p>
            <a:pPr marL="0" indent="0">
              <a:buNone/>
            </a:pPr>
            <a:r>
              <a:rPr lang="en-US" sz="4200" dirty="0">
                <a:latin typeface="Courier New" panose="02070309020205020404" pitchFamily="49" charset="0"/>
                <a:cs typeface="Courier New" panose="02070309020205020404" pitchFamily="49" charset="0"/>
              </a:rPr>
              <a:t>    &lt;Routes&gt;</a:t>
            </a:r>
          </a:p>
          <a:p>
            <a:pPr marL="0" indent="0">
              <a:buNone/>
            </a:pPr>
            <a:r>
              <a:rPr lang="en-US" sz="4200" dirty="0">
                <a:latin typeface="Courier New" panose="02070309020205020404" pitchFamily="49" charset="0"/>
                <a:cs typeface="Courier New" panose="02070309020205020404" pitchFamily="49" charset="0"/>
              </a:rPr>
              <a:t>      &lt;Route path=“/” element={&lt;Dashboard /&gt;}&gt;</a:t>
            </a:r>
          </a:p>
          <a:p>
            <a:pPr marL="0" indent="0">
              <a:buNone/>
            </a:pPr>
            <a:r>
              <a:rPr lang="en-US" sz="4200" dirty="0">
                <a:latin typeface="Courier New" panose="02070309020205020404" pitchFamily="49" charset="0"/>
                <a:cs typeface="Courier New" panose="02070309020205020404" pitchFamily="49" charset="0"/>
              </a:rPr>
              <a:t>        &lt;Route path=“inbox” element={&lt;Inbox /&gt;} /&gt;</a:t>
            </a:r>
          </a:p>
          <a:p>
            <a:pPr marL="0" indent="0">
              <a:buNone/>
            </a:pPr>
            <a:r>
              <a:rPr lang="en-US" sz="4200" dirty="0">
                <a:latin typeface="Courier New" panose="02070309020205020404" pitchFamily="49" charset="0"/>
                <a:cs typeface="Courier New" panose="02070309020205020404" pitchFamily="49" charset="0"/>
              </a:rPr>
              <a:t>        &lt;Route path=“tasks” element={&lt;Tasks /&gt;} /&gt;</a:t>
            </a:r>
          </a:p>
          <a:p>
            <a:pPr marL="0" indent="0">
              <a:buNone/>
            </a:pPr>
            <a:r>
              <a:rPr lang="en-US" sz="4200" dirty="0">
                <a:latin typeface="Courier New" panose="02070309020205020404" pitchFamily="49" charset="0"/>
                <a:cs typeface="Courier New" panose="02070309020205020404" pitchFamily="49" charset="0"/>
              </a:rPr>
              <a:t>      &lt;/Route&gt;</a:t>
            </a:r>
          </a:p>
          <a:p>
            <a:pPr marL="0" indent="0">
              <a:buNone/>
            </a:pPr>
            <a:r>
              <a:rPr lang="en-US" sz="4200" dirty="0">
                <a:latin typeface="Courier New" panose="02070309020205020404" pitchFamily="49" charset="0"/>
                <a:cs typeface="Courier New" panose="02070309020205020404" pitchFamily="49" charset="0"/>
              </a:rPr>
              <a:t>    &lt;/Routes&gt;</a:t>
            </a:r>
          </a:p>
          <a:p>
            <a:pPr marL="0" indent="0">
              <a:buNone/>
            </a:pPr>
            <a:r>
              <a:rPr lang="en-US" sz="4200" dirty="0">
                <a:latin typeface="Courier New" panose="02070309020205020404" pitchFamily="49" charset="0"/>
                <a:cs typeface="Courier New" panose="02070309020205020404" pitchFamily="49" charset="0"/>
              </a:rPr>
              <a:t>    );</a:t>
            </a:r>
          </a:p>
          <a:p>
            <a:pPr marL="0" indent="0">
              <a:buNone/>
            </a:pPr>
            <a:r>
              <a:rPr lang="en-US" sz="4200" dirty="0">
                <a:latin typeface="Courier New" panose="02070309020205020404" pitchFamily="49" charset="0"/>
                <a:cs typeface="Courier New" panose="02070309020205020404" pitchFamily="49" charset="0"/>
              </a:rPr>
              <a:t>}</a:t>
            </a:r>
            <a:endParaRPr dirty="0">
              <a:latin typeface="Courier New" panose="02070309020205020404" pitchFamily="49" charset="0"/>
              <a:cs typeface="Courier New" panose="02070309020205020404" pitchFamily="49"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Implementing Protected Routes</a:t>
            </a:r>
          </a:p>
        </p:txBody>
      </p:sp>
      <p:sp>
        <p:nvSpPr>
          <p:cNvPr id="3" name="Content Placeholder 2"/>
          <p:cNvSpPr>
            <a:spLocks noGrp="1"/>
          </p:cNvSpPr>
          <p:nvPr>
            <p:ph idx="1"/>
          </p:nvPr>
        </p:nvSpPr>
        <p:spPr/>
        <p:txBody>
          <a:bodyPr>
            <a:normAutofit fontScale="85000" lnSpcReduction="20000"/>
          </a:bodyPr>
          <a:lstStyle/>
          <a:p>
            <a:pPr marL="0" indent="0">
              <a:buNone/>
            </a:pPr>
            <a:r>
              <a:rPr lang="en-US" sz="1800" b="0" i="0" dirty="0">
                <a:effectLst/>
                <a:latin typeface="Courier New" panose="02070309020205020404" pitchFamily="49" charset="0"/>
                <a:cs typeface="Courier New" panose="02070309020205020404" pitchFamily="49" charset="0"/>
              </a:rPr>
              <a:t>import { </a:t>
            </a:r>
            <a:r>
              <a:rPr lang="en-US" sz="1800" b="1" i="0" dirty="0">
                <a:effectLst/>
                <a:latin typeface="Courier New" panose="02070309020205020404" pitchFamily="49" charset="0"/>
                <a:cs typeface="Courier New" panose="02070309020205020404" pitchFamily="49" charset="0"/>
              </a:rPr>
              <a:t>Navigate</a:t>
            </a:r>
            <a:r>
              <a:rPr lang="en-US" sz="1800" b="0" i="0" dirty="0">
                <a:effectLst/>
                <a:latin typeface="Courier New" panose="02070309020205020404" pitchFamily="49" charset="0"/>
                <a:cs typeface="Courier New" panose="02070309020205020404" pitchFamily="49" charset="0"/>
              </a:rPr>
              <a:t>, </a:t>
            </a:r>
            <a:r>
              <a:rPr lang="en-US" sz="1800" b="1" i="0" dirty="0">
                <a:effectLst/>
                <a:latin typeface="Courier New" panose="02070309020205020404" pitchFamily="49" charset="0"/>
                <a:cs typeface="Courier New" panose="02070309020205020404" pitchFamily="49" charset="0"/>
              </a:rPr>
              <a:t>Outlet </a:t>
            </a:r>
            <a:r>
              <a:rPr lang="en-US" sz="1800" b="0" i="0" dirty="0">
                <a:effectLst/>
                <a:latin typeface="Courier New" panose="02070309020205020404" pitchFamily="49" charset="0"/>
                <a:cs typeface="Courier New" panose="02070309020205020404" pitchFamily="49" charset="0"/>
              </a:rPr>
              <a:t>} from 'react-router-</a:t>
            </a:r>
            <a:r>
              <a:rPr lang="en-US" sz="1800" b="0" i="0" dirty="0" err="1">
                <a:effectLst/>
                <a:latin typeface="Courier New" panose="02070309020205020404" pitchFamily="49" charset="0"/>
                <a:cs typeface="Courier New" panose="02070309020205020404" pitchFamily="49" charset="0"/>
              </a:rPr>
              <a:t>dom</a:t>
            </a:r>
            <a:r>
              <a:rPr lang="en-US" sz="1800" b="0" i="0" dirty="0">
                <a:effectLst/>
                <a:latin typeface="Courier New" panose="02070309020205020404" pitchFamily="49" charset="0"/>
                <a:cs typeface="Courier New" panose="02070309020205020404" pitchFamily="49" charset="0"/>
              </a:rPr>
              <a:t>’</a:t>
            </a:r>
          </a:p>
          <a:p>
            <a:pPr marL="0" indent="0">
              <a:buNone/>
            </a:pPr>
            <a:r>
              <a:rPr lang="en-US" sz="2000" b="0" i="0" dirty="0">
                <a:effectLst/>
                <a:latin typeface="Courier New" panose="02070309020205020404" pitchFamily="49" charset="0"/>
                <a:cs typeface="Courier New" panose="02070309020205020404" pitchFamily="49" charset="0"/>
              </a:rPr>
              <a:t>const </a:t>
            </a:r>
            <a:r>
              <a:rPr lang="en-US" sz="2000" b="0" i="0" dirty="0" err="1">
                <a:effectLst/>
                <a:latin typeface="Courier New" panose="02070309020205020404" pitchFamily="49" charset="0"/>
                <a:cs typeface="Courier New" panose="02070309020205020404" pitchFamily="49" charset="0"/>
              </a:rPr>
              <a:t>PrivateRoutes</a:t>
            </a:r>
            <a:r>
              <a:rPr lang="en-US" sz="2000" b="0" i="0" dirty="0">
                <a:effectLst/>
                <a:latin typeface="Courier New" panose="02070309020205020404" pitchFamily="49" charset="0"/>
                <a:cs typeface="Courier New" panose="02070309020205020404" pitchFamily="49" charset="0"/>
              </a:rPr>
              <a:t> = () =&gt; {</a:t>
            </a:r>
            <a:br>
              <a:rPr lang="en-US" sz="2000" b="0" i="0" dirty="0">
                <a:effectLst/>
                <a:latin typeface="Courier New" panose="02070309020205020404" pitchFamily="49" charset="0"/>
                <a:cs typeface="Courier New" panose="02070309020205020404" pitchFamily="49" charset="0"/>
              </a:rPr>
            </a:br>
            <a:r>
              <a:rPr lang="en-US" sz="2000" b="0" i="0" dirty="0">
                <a:effectLst/>
                <a:latin typeface="Courier New" panose="02070309020205020404" pitchFamily="49" charset="0"/>
                <a:cs typeface="Courier New" panose="02070309020205020404" pitchFamily="49" charset="0"/>
              </a:rPr>
              <a:t>  let auth = {'</a:t>
            </a:r>
            <a:r>
              <a:rPr lang="en-US" sz="2000" b="0" i="0" dirty="0" err="1">
                <a:effectLst/>
                <a:latin typeface="Courier New" panose="02070309020205020404" pitchFamily="49" charset="0"/>
                <a:cs typeface="Courier New" panose="02070309020205020404" pitchFamily="49" charset="0"/>
              </a:rPr>
              <a:t>token’:false</a:t>
            </a:r>
            <a:r>
              <a:rPr lang="en-US" sz="2000" b="0" i="0" dirty="0">
                <a:effectLst/>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  </a:t>
            </a:r>
            <a:r>
              <a:rPr lang="en-US" sz="2000" b="0" i="0" dirty="0">
                <a:effectLst/>
                <a:latin typeface="Courier New" panose="02070309020205020404" pitchFamily="49" charset="0"/>
                <a:cs typeface="Courier New" panose="02070309020205020404" pitchFamily="49" charset="0"/>
              </a:rPr>
              <a:t>return (</a:t>
            </a:r>
            <a:br>
              <a:rPr lang="en-US" sz="2000" b="0" i="0" dirty="0">
                <a:effectLst/>
                <a:latin typeface="Courier New" panose="02070309020205020404" pitchFamily="49" charset="0"/>
                <a:cs typeface="Courier New" panose="02070309020205020404" pitchFamily="49" charset="0"/>
              </a:rPr>
            </a:br>
            <a:r>
              <a:rPr lang="en-US" sz="2000" b="0" i="0" dirty="0">
                <a:effectLst/>
                <a:latin typeface="Courier New" panose="02070309020205020404" pitchFamily="49" charset="0"/>
                <a:cs typeface="Courier New" panose="02070309020205020404" pitchFamily="49" charset="0"/>
              </a:rPr>
              <a:t>    </a:t>
            </a:r>
            <a:r>
              <a:rPr lang="en-US" sz="2000" b="0" i="0" dirty="0" err="1">
                <a:effectLst/>
                <a:latin typeface="Courier New" panose="02070309020205020404" pitchFamily="49" charset="0"/>
                <a:cs typeface="Courier New" panose="02070309020205020404" pitchFamily="49" charset="0"/>
              </a:rPr>
              <a:t>auth.token</a:t>
            </a:r>
            <a:r>
              <a:rPr lang="en-US" sz="2000" b="0" i="0" dirty="0">
                <a:effectLst/>
                <a:latin typeface="Courier New" panose="02070309020205020404" pitchFamily="49" charset="0"/>
                <a:cs typeface="Courier New" panose="02070309020205020404" pitchFamily="49" charset="0"/>
              </a:rPr>
              <a:t> ? &lt;Outlet/&gt; : &lt;Navigate to='/login’/&gt;</a:t>
            </a:r>
            <a:br>
              <a:rPr lang="en-US" sz="2000" b="0" i="0" dirty="0">
                <a:effectLst/>
                <a:latin typeface="Courier New" panose="02070309020205020404" pitchFamily="49" charset="0"/>
                <a:cs typeface="Courier New" panose="02070309020205020404" pitchFamily="49" charset="0"/>
              </a:rPr>
            </a:br>
            <a:r>
              <a:rPr lang="en-US" sz="2000" b="0" i="0" dirty="0">
                <a:effectLst/>
                <a:latin typeface="Courier New" panose="02070309020205020404" pitchFamily="49" charset="0"/>
                <a:cs typeface="Courier New" panose="02070309020205020404" pitchFamily="49" charset="0"/>
              </a:rPr>
              <a:t>  )</a:t>
            </a:r>
            <a:br>
              <a:rPr lang="en-US" sz="2000" b="0" i="0" dirty="0">
                <a:effectLst/>
                <a:latin typeface="Courier New" panose="02070309020205020404" pitchFamily="49" charset="0"/>
                <a:cs typeface="Courier New" panose="02070309020205020404" pitchFamily="49" charset="0"/>
              </a:rPr>
            </a:br>
            <a:r>
              <a:rPr lang="en-US" sz="2000" b="0" i="0" dirty="0">
                <a:effectLst/>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function App() {</a:t>
            </a:r>
          </a:p>
          <a:p>
            <a:pPr marL="0" indent="0">
              <a:buNone/>
            </a:pPr>
            <a:r>
              <a:rPr lang="en-US" sz="2000" dirty="0">
                <a:latin typeface="Courier New" panose="02070309020205020404" pitchFamily="49" charset="0"/>
                <a:cs typeface="Courier New" panose="02070309020205020404" pitchFamily="49" charset="0"/>
              </a:rPr>
              <a:t>  return (</a:t>
            </a:r>
          </a:p>
          <a:p>
            <a:pPr marL="0" indent="0">
              <a:buNone/>
            </a:pPr>
            <a:r>
              <a:rPr lang="en-US" sz="2000" dirty="0">
                <a:latin typeface="Courier New" panose="02070309020205020404" pitchFamily="49" charset="0"/>
                <a:cs typeface="Courier New" panose="02070309020205020404" pitchFamily="49" charset="0"/>
              </a:rPr>
              <a:t>    &lt;Routes&gt;</a:t>
            </a:r>
          </a:p>
          <a:p>
            <a:pPr marL="0" indent="0">
              <a:buNone/>
            </a:pPr>
            <a:r>
              <a:rPr lang="en-US" sz="2000" dirty="0">
                <a:latin typeface="Courier New" panose="02070309020205020404" pitchFamily="49" charset="0"/>
                <a:cs typeface="Courier New" panose="02070309020205020404" pitchFamily="49" charset="0"/>
              </a:rPr>
              <a:t>      &lt;Route element={&lt;</a:t>
            </a:r>
            <a:r>
              <a:rPr lang="en-US" sz="2000" dirty="0" err="1">
                <a:latin typeface="Courier New" panose="02070309020205020404" pitchFamily="49" charset="0"/>
                <a:cs typeface="Courier New" panose="02070309020205020404" pitchFamily="49" charset="0"/>
              </a:rPr>
              <a:t>PrivateRoutes</a:t>
            </a:r>
            <a:r>
              <a:rPr lang="en-US" sz="2000" dirty="0">
                <a:latin typeface="Courier New" panose="02070309020205020404" pitchFamily="49" charset="0"/>
                <a:cs typeface="Courier New" panose="02070309020205020404" pitchFamily="49" charset="0"/>
              </a:rPr>
              <a:t> /&gt;}&gt;</a:t>
            </a:r>
          </a:p>
          <a:p>
            <a:pPr marL="0" indent="0">
              <a:buNone/>
            </a:pPr>
            <a:r>
              <a:rPr lang="en-US" sz="2000" dirty="0">
                <a:latin typeface="Courier New" panose="02070309020205020404" pitchFamily="49" charset="0"/>
                <a:cs typeface="Courier New" panose="02070309020205020404" pitchFamily="49" charset="0"/>
              </a:rPr>
              <a:t>        &lt;Route path=“inbox” element={&lt;Inbox /&gt;} /&gt;</a:t>
            </a:r>
          </a:p>
          <a:p>
            <a:pPr marL="0" indent="0">
              <a:buNone/>
            </a:pPr>
            <a:r>
              <a:rPr lang="en-US" sz="2000" dirty="0">
                <a:latin typeface="Courier New" panose="02070309020205020404" pitchFamily="49" charset="0"/>
                <a:cs typeface="Courier New" panose="02070309020205020404" pitchFamily="49" charset="0"/>
              </a:rPr>
              <a:t>        &lt;Route path=“tasks” element={&lt;Tasks /&gt;} /&gt;</a:t>
            </a:r>
          </a:p>
          <a:p>
            <a:pPr marL="0" indent="0">
              <a:buNone/>
            </a:pPr>
            <a:r>
              <a:rPr lang="en-US" sz="2000" dirty="0">
                <a:latin typeface="Courier New" panose="02070309020205020404" pitchFamily="49" charset="0"/>
                <a:cs typeface="Courier New" panose="02070309020205020404" pitchFamily="49" charset="0"/>
              </a:rPr>
              <a:t>      &lt;/Route&gt;</a:t>
            </a:r>
          </a:p>
          <a:p>
            <a:pPr marL="0" indent="0">
              <a:buNone/>
            </a:pPr>
            <a:r>
              <a:rPr lang="en-US" sz="2000" dirty="0">
                <a:latin typeface="Courier New" panose="02070309020205020404" pitchFamily="49" charset="0"/>
                <a:cs typeface="Courier New" panose="02070309020205020404" pitchFamily="49" charset="0"/>
              </a:rPr>
              <a:t>      &lt;Route path=”/login” element={&lt;Login /&gt;} /&gt;</a:t>
            </a:r>
          </a:p>
          <a:p>
            <a:pPr marL="0" indent="0">
              <a:buNone/>
            </a:pPr>
            <a:r>
              <a:rPr lang="en-US" sz="2000" dirty="0">
                <a:latin typeface="Courier New" panose="02070309020205020404" pitchFamily="49" charset="0"/>
                <a:cs typeface="Courier New" panose="02070309020205020404" pitchFamily="49" charset="0"/>
              </a:rPr>
              <a:t>    &lt;/Routes&gt;</a:t>
            </a:r>
          </a:p>
          <a:p>
            <a:pPr marL="0" indent="0">
              <a:buNone/>
            </a:pPr>
            <a:r>
              <a:rPr lang="en-US" sz="2000" dirty="0">
                <a:latin typeface="Courier New" panose="02070309020205020404" pitchFamily="49" charset="0"/>
                <a:cs typeface="Courier New" panose="02070309020205020404" pitchFamily="49" charset="0"/>
              </a:rPr>
              <a:t>    );</a:t>
            </a:r>
          </a:p>
          <a:p>
            <a:pPr marL="0" indent="0">
              <a:buNone/>
            </a:pPr>
            <a:r>
              <a:rPr lang="en-US" sz="2000" dirty="0">
                <a:latin typeface="Courier New" panose="02070309020205020404" pitchFamily="49" charset="0"/>
                <a:cs typeface="Courier New" panose="02070309020205020404" pitchFamily="49" charset="0"/>
              </a:rPr>
              <a:t>}</a:t>
            </a:r>
          </a:p>
          <a:p>
            <a:pPr marL="0" indent="0">
              <a:buNone/>
            </a:pPr>
            <a:endParaRPr lang="en-US" sz="2000" b="0" i="0" dirty="0">
              <a:effectLst/>
              <a:latin typeface="Courier New" panose="02070309020205020404" pitchFamily="49" charset="0"/>
              <a:cs typeface="Courier New" panose="02070309020205020404" pitchFamily="49" charset="0"/>
            </a:endParaRPr>
          </a:p>
          <a:p>
            <a:pPr marL="0" indent="0">
              <a:buNone/>
            </a:pPr>
            <a:endParaRPr lang="en-US" sz="2000" dirty="0">
              <a:latin typeface="Courier New" panose="02070309020205020404" pitchFamily="49" charset="0"/>
              <a:cs typeface="Courier New" panose="02070309020205020404" pitchFamily="49" charset="0"/>
            </a:endParaRPr>
          </a:p>
          <a:p>
            <a:pPr marL="0" indent="0">
              <a:buNone/>
            </a:pPr>
            <a:endParaRPr lang="en-US" sz="2000" dirty="0">
              <a:latin typeface="Courier New" panose="02070309020205020404" pitchFamily="49" charset="0"/>
              <a:cs typeface="Courier New" panose="02070309020205020404" pitchFamily="49"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86254-4150-A2FE-FBE4-EE6CB1B285CC}"/>
              </a:ext>
            </a:extLst>
          </p:cNvPr>
          <p:cNvSpPr>
            <a:spLocks noGrp="1"/>
          </p:cNvSpPr>
          <p:nvPr>
            <p:ph type="title"/>
          </p:nvPr>
        </p:nvSpPr>
        <p:spPr/>
        <p:txBody>
          <a:bodyPr/>
          <a:lstStyle/>
          <a:p>
            <a:r>
              <a:rPr lang="en-US" dirty="0"/>
              <a:t>Alternatives to React Router	</a:t>
            </a:r>
          </a:p>
        </p:txBody>
      </p:sp>
      <p:sp>
        <p:nvSpPr>
          <p:cNvPr id="3" name="Content Placeholder 2">
            <a:extLst>
              <a:ext uri="{FF2B5EF4-FFF2-40B4-BE49-F238E27FC236}">
                <a16:creationId xmlns:a16="http://schemas.microsoft.com/office/drawing/2014/main" id="{9C5BCF7B-61BB-1E6C-907B-D36CA338AE87}"/>
              </a:ext>
            </a:extLst>
          </p:cNvPr>
          <p:cNvSpPr>
            <a:spLocks noGrp="1"/>
          </p:cNvSpPr>
          <p:nvPr>
            <p:ph idx="1"/>
          </p:nvPr>
        </p:nvSpPr>
        <p:spPr/>
        <p:txBody>
          <a:bodyPr/>
          <a:lstStyle/>
          <a:p>
            <a:r>
              <a:rPr lang="en-US" dirty="0" err="1"/>
              <a:t>wouter</a:t>
            </a:r>
            <a:endParaRPr lang="en-US" dirty="0"/>
          </a:p>
          <a:p>
            <a:r>
              <a:rPr lang="en-US" dirty="0"/>
              <a:t>Next JS</a:t>
            </a:r>
          </a:p>
          <a:p>
            <a:r>
              <a:rPr lang="en-US" dirty="0"/>
              <a:t>React Location</a:t>
            </a:r>
          </a:p>
          <a:p>
            <a:endParaRPr lang="en-US" dirty="0"/>
          </a:p>
        </p:txBody>
      </p:sp>
    </p:spTree>
    <p:extLst>
      <p:ext uri="{BB962C8B-B14F-4D97-AF65-F5344CB8AC3E}">
        <p14:creationId xmlns:p14="http://schemas.microsoft.com/office/powerpoint/2010/main" val="36117918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EFE8F-55E4-A277-0806-BC7EF59EE317}"/>
              </a:ext>
            </a:extLst>
          </p:cNvPr>
          <p:cNvSpPr>
            <a:spLocks noGrp="1"/>
          </p:cNvSpPr>
          <p:nvPr>
            <p:ph type="title"/>
          </p:nvPr>
        </p:nvSpPr>
        <p:spPr/>
        <p:txBody>
          <a:bodyPr/>
          <a:lstStyle/>
          <a:p>
            <a:r>
              <a:rPr lang="en-US" dirty="0" err="1"/>
              <a:t>Next.js</a:t>
            </a:r>
            <a:endParaRPr lang="en-US" dirty="0"/>
          </a:p>
        </p:txBody>
      </p:sp>
      <p:sp>
        <p:nvSpPr>
          <p:cNvPr id="3" name="Content Placeholder 2">
            <a:extLst>
              <a:ext uri="{FF2B5EF4-FFF2-40B4-BE49-F238E27FC236}">
                <a16:creationId xmlns:a16="http://schemas.microsoft.com/office/drawing/2014/main" id="{54EE3CA7-0E36-DC14-E42B-5C5DA5A3DBFB}"/>
              </a:ext>
            </a:extLst>
          </p:cNvPr>
          <p:cNvSpPr>
            <a:spLocks noGrp="1"/>
          </p:cNvSpPr>
          <p:nvPr>
            <p:ph idx="1"/>
          </p:nvPr>
        </p:nvSpPr>
        <p:spPr/>
        <p:txBody>
          <a:bodyPr/>
          <a:lstStyle/>
          <a:p>
            <a:r>
              <a:rPr lang="en-US" dirty="0"/>
              <a:t>Folder-based routes (App router)</a:t>
            </a:r>
          </a:p>
          <a:p>
            <a:r>
              <a:rPr lang="en-US" dirty="0"/>
              <a:t>Server-side Components</a:t>
            </a:r>
          </a:p>
          <a:p>
            <a:r>
              <a:rPr lang="en-US" dirty="0"/>
              <a:t>Streaming</a:t>
            </a:r>
          </a:p>
          <a:p>
            <a:r>
              <a:rPr lang="en-US" dirty="0"/>
              <a:t>Much more!</a:t>
            </a:r>
          </a:p>
        </p:txBody>
      </p:sp>
    </p:spTree>
    <p:extLst>
      <p:ext uri="{BB962C8B-B14F-4D97-AF65-F5344CB8AC3E}">
        <p14:creationId xmlns:p14="http://schemas.microsoft.com/office/powerpoint/2010/main" val="1670437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5198E-D6CB-22A6-6B18-338FAB54C3C7}"/>
              </a:ext>
            </a:extLst>
          </p:cNvPr>
          <p:cNvSpPr>
            <a:spLocks noGrp="1"/>
          </p:cNvSpPr>
          <p:nvPr>
            <p:ph type="title"/>
          </p:nvPr>
        </p:nvSpPr>
        <p:spPr/>
        <p:txBody>
          <a:bodyPr/>
          <a:lstStyle/>
          <a:p>
            <a:r>
              <a:rPr lang="en-US" dirty="0"/>
              <a:t>Lab: Routing and Authentication</a:t>
            </a:r>
          </a:p>
        </p:txBody>
      </p:sp>
      <p:sp>
        <p:nvSpPr>
          <p:cNvPr id="3" name="Content Placeholder 2">
            <a:extLst>
              <a:ext uri="{FF2B5EF4-FFF2-40B4-BE49-F238E27FC236}">
                <a16:creationId xmlns:a16="http://schemas.microsoft.com/office/drawing/2014/main" id="{DEDA2A07-C386-1642-E382-7E0A12147FEF}"/>
              </a:ext>
            </a:extLst>
          </p:cNvPr>
          <p:cNvSpPr>
            <a:spLocks noGrp="1"/>
          </p:cNvSpPr>
          <p:nvPr>
            <p:ph idx="1"/>
          </p:nvPr>
        </p:nvSpPr>
        <p:spPr/>
        <p:txBody>
          <a:bodyPr>
            <a:normAutofit/>
          </a:bodyPr>
          <a:lstStyle/>
          <a:p>
            <a:r>
              <a:rPr lang="en-US" dirty="0"/>
              <a:t>Create a signup component and a login component</a:t>
            </a:r>
          </a:p>
          <a:p>
            <a:r>
              <a:rPr lang="en-US" dirty="0"/>
              <a:t>Use react router to create the following routes:</a:t>
            </a:r>
          </a:p>
          <a:p>
            <a:pPr lvl="1"/>
            <a:r>
              <a:rPr lang="en-US" dirty="0"/>
              <a:t>/login</a:t>
            </a:r>
          </a:p>
          <a:p>
            <a:pPr lvl="1"/>
            <a:r>
              <a:rPr lang="en-US" dirty="0"/>
              <a:t>/signup</a:t>
            </a:r>
          </a:p>
          <a:p>
            <a:pPr lvl="1"/>
            <a:r>
              <a:rPr lang="en-US" dirty="0"/>
              <a:t>/logout</a:t>
            </a:r>
          </a:p>
        </p:txBody>
      </p:sp>
    </p:spTree>
    <p:extLst>
      <p:ext uri="{BB962C8B-B14F-4D97-AF65-F5344CB8AC3E}">
        <p14:creationId xmlns:p14="http://schemas.microsoft.com/office/powerpoint/2010/main" val="34879349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Redux: Introduction to Redux</a:t>
            </a:r>
          </a:p>
        </p:txBody>
      </p:sp>
      <p:graphicFrame>
        <p:nvGraphicFramePr>
          <p:cNvPr id="5" name="Content Placeholder 2">
            <a:extLst>
              <a:ext uri="{FF2B5EF4-FFF2-40B4-BE49-F238E27FC236}">
                <a16:creationId xmlns:a16="http://schemas.microsoft.com/office/drawing/2014/main" id="{C6A17DDE-F39A-28EA-6576-B36E9755330F}"/>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151836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Redux: Redux Architecture</a:t>
            </a:r>
          </a:p>
        </p:txBody>
      </p:sp>
      <p:graphicFrame>
        <p:nvGraphicFramePr>
          <p:cNvPr id="5" name="Content Placeholder 2">
            <a:extLst>
              <a:ext uri="{FF2B5EF4-FFF2-40B4-BE49-F238E27FC236}">
                <a16:creationId xmlns:a16="http://schemas.microsoft.com/office/drawing/2014/main" id="{6E9CE870-D137-0519-C630-685C3B269A10}"/>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26947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Redux: Actions</a:t>
            </a:r>
          </a:p>
        </p:txBody>
      </p:sp>
      <p:graphicFrame>
        <p:nvGraphicFramePr>
          <p:cNvPr id="5" name="Content Placeholder 2">
            <a:extLst>
              <a:ext uri="{FF2B5EF4-FFF2-40B4-BE49-F238E27FC236}">
                <a16:creationId xmlns:a16="http://schemas.microsoft.com/office/drawing/2014/main" id="{D13724B6-C34F-E941-6BE9-94F900711E72}"/>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852903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Redux: Dispatching Actions</a:t>
            </a:r>
          </a:p>
        </p:txBody>
      </p:sp>
      <p:sp>
        <p:nvSpPr>
          <p:cNvPr id="3" name="Content Placeholder 2"/>
          <p:cNvSpPr>
            <a:spLocks noGrp="1"/>
          </p:cNvSpPr>
          <p:nvPr>
            <p:ph idx="1"/>
          </p:nvPr>
        </p:nvSpPr>
        <p:spPr/>
        <p:txBody>
          <a:bodyPr>
            <a:normAutofit fontScale="92500" lnSpcReduction="20000"/>
          </a:bodyPr>
          <a:lstStyle/>
          <a:p>
            <a:r>
              <a:rPr dirty="0"/>
              <a:t>How to Dispatch</a:t>
            </a:r>
          </a:p>
          <a:p>
            <a:pPr marL="0" indent="0">
              <a:buNone/>
            </a:pPr>
            <a:r>
              <a:rPr lang="en-US" dirty="0">
                <a:latin typeface="Courier New" panose="02070309020205020404" pitchFamily="49" charset="0"/>
                <a:cs typeface="Courier New" panose="02070309020205020404" pitchFamily="49" charset="0"/>
              </a:rPr>
              <a:t>const increment = () =&gt; {</a:t>
            </a:r>
          </a:p>
          <a:p>
            <a:pPr marL="0" indent="0">
              <a:buNone/>
            </a:pPr>
            <a:r>
              <a:rPr lang="en-US" dirty="0">
                <a:latin typeface="Courier New" panose="02070309020205020404" pitchFamily="49" charset="0"/>
                <a:cs typeface="Courier New" panose="02070309020205020404" pitchFamily="49" charset="0"/>
              </a:rPr>
              <a:t>  return {</a:t>
            </a:r>
          </a:p>
          <a:p>
            <a:pPr marL="0" indent="0">
              <a:buNone/>
            </a:pPr>
            <a:r>
              <a:rPr lang="en-US" dirty="0">
                <a:latin typeface="Courier New" panose="02070309020205020404" pitchFamily="49" charset="0"/>
                <a:cs typeface="Courier New" panose="02070309020205020404" pitchFamily="49" charset="0"/>
              </a:rPr>
              <a:t>    type: 'INCREMENT',</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Dispatching Action</a:t>
            </a:r>
          </a:p>
          <a:p>
            <a:pPr marL="0" indent="0">
              <a:buNone/>
            </a:pPr>
            <a:r>
              <a:rPr lang="en-US" dirty="0">
                <a:latin typeface="Courier New" panose="02070309020205020404" pitchFamily="49" charset="0"/>
                <a:cs typeface="Courier New" panose="02070309020205020404" pitchFamily="49" charset="0"/>
              </a:rPr>
              <a:t>dispatch(increment());</a:t>
            </a:r>
          </a:p>
          <a:p>
            <a:endParaRPr dirty="0"/>
          </a:p>
        </p:txBody>
      </p:sp>
    </p:spTree>
    <p:extLst>
      <p:ext uri="{BB962C8B-B14F-4D97-AF65-F5344CB8AC3E}">
        <p14:creationId xmlns:p14="http://schemas.microsoft.com/office/powerpoint/2010/main" val="23584638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A9BAB-3073-01D9-9702-4F8AD6A116DF}"/>
              </a:ext>
            </a:extLst>
          </p:cNvPr>
          <p:cNvSpPr>
            <a:spLocks noGrp="1"/>
          </p:cNvSpPr>
          <p:nvPr>
            <p:ph type="title"/>
          </p:nvPr>
        </p:nvSpPr>
        <p:spPr/>
        <p:txBody>
          <a:bodyPr/>
          <a:lstStyle/>
          <a:p>
            <a:r>
              <a:rPr lang="en-US" dirty="0"/>
              <a:t>Dispatching Async Actions (</a:t>
            </a:r>
            <a:r>
              <a:rPr lang="en-US" dirty="0" err="1"/>
              <a:t>Thunk</a:t>
            </a:r>
            <a:r>
              <a:rPr lang="en-US" dirty="0"/>
              <a:t>)</a:t>
            </a:r>
          </a:p>
        </p:txBody>
      </p:sp>
      <p:sp>
        <p:nvSpPr>
          <p:cNvPr id="3" name="Content Placeholder 2">
            <a:extLst>
              <a:ext uri="{FF2B5EF4-FFF2-40B4-BE49-F238E27FC236}">
                <a16:creationId xmlns:a16="http://schemas.microsoft.com/office/drawing/2014/main" id="{832E6CA2-1C32-FC27-DAAC-B5D4F60D7EE5}"/>
              </a:ext>
            </a:extLst>
          </p:cNvPr>
          <p:cNvSpPr>
            <a:spLocks noGrp="1"/>
          </p:cNvSpPr>
          <p:nvPr>
            <p:ph idx="1"/>
          </p:nvPr>
        </p:nvSpPr>
        <p:spPr/>
        <p:txBody>
          <a:bodyPr>
            <a:normAutofit fontScale="55000" lnSpcReduction="20000"/>
          </a:bodyPr>
          <a:lstStyle/>
          <a:p>
            <a:pPr marL="0" indent="0">
              <a:buNone/>
            </a:pPr>
            <a:r>
              <a:rPr lang="en-US" sz="3800" dirty="0">
                <a:latin typeface="Courier New" panose="02070309020205020404" pitchFamily="49" charset="0"/>
                <a:cs typeface="Courier New" panose="02070309020205020404" pitchFamily="49" charset="0"/>
              </a:rPr>
              <a:t>const </a:t>
            </a:r>
            <a:r>
              <a:rPr lang="en-US" sz="3800" dirty="0" err="1">
                <a:latin typeface="Courier New" panose="02070309020205020404" pitchFamily="49" charset="0"/>
                <a:cs typeface="Courier New" panose="02070309020205020404" pitchFamily="49" charset="0"/>
              </a:rPr>
              <a:t>fetchData</a:t>
            </a:r>
            <a:r>
              <a:rPr lang="en-US" sz="3800" dirty="0">
                <a:latin typeface="Courier New" panose="02070309020205020404" pitchFamily="49" charset="0"/>
                <a:cs typeface="Courier New" panose="02070309020205020404" pitchFamily="49" charset="0"/>
              </a:rPr>
              <a:t> = () =&gt; {</a:t>
            </a:r>
          </a:p>
          <a:p>
            <a:pPr marL="0" indent="0">
              <a:buNone/>
            </a:pPr>
            <a:r>
              <a:rPr lang="en-US" sz="3800" dirty="0">
                <a:latin typeface="Courier New" panose="02070309020205020404" pitchFamily="49" charset="0"/>
                <a:cs typeface="Courier New" panose="02070309020205020404" pitchFamily="49" charset="0"/>
              </a:rPr>
              <a:t>  return (dispatch) =&gt; {</a:t>
            </a:r>
          </a:p>
          <a:p>
            <a:pPr marL="0" indent="0">
              <a:buNone/>
            </a:pPr>
            <a:r>
              <a:rPr lang="en-US" sz="3800" dirty="0">
                <a:latin typeface="Courier New" panose="02070309020205020404" pitchFamily="49" charset="0"/>
                <a:cs typeface="Courier New" panose="02070309020205020404" pitchFamily="49" charset="0"/>
              </a:rPr>
              <a:t>    fetch('https://</a:t>
            </a:r>
            <a:r>
              <a:rPr lang="en-US" sz="3800" dirty="0" err="1">
                <a:latin typeface="Courier New" panose="02070309020205020404" pitchFamily="49" charset="0"/>
                <a:cs typeface="Courier New" panose="02070309020205020404" pitchFamily="49" charset="0"/>
              </a:rPr>
              <a:t>api.example.com</a:t>
            </a:r>
            <a:r>
              <a:rPr lang="en-US" sz="3800" dirty="0">
                <a:latin typeface="Courier New" panose="02070309020205020404" pitchFamily="49" charset="0"/>
                <a:cs typeface="Courier New" panose="02070309020205020404" pitchFamily="49" charset="0"/>
              </a:rPr>
              <a:t>/data')</a:t>
            </a:r>
          </a:p>
          <a:p>
            <a:pPr marL="0" indent="0">
              <a:buNone/>
            </a:pPr>
            <a:r>
              <a:rPr lang="en-US" sz="3800" dirty="0">
                <a:latin typeface="Courier New" panose="02070309020205020404" pitchFamily="49" charset="0"/>
                <a:cs typeface="Courier New" panose="02070309020205020404" pitchFamily="49" charset="0"/>
              </a:rPr>
              <a:t>      .then((response) =&gt; </a:t>
            </a:r>
            <a:r>
              <a:rPr lang="en-US" sz="3800" dirty="0" err="1">
                <a:latin typeface="Courier New" panose="02070309020205020404" pitchFamily="49" charset="0"/>
                <a:cs typeface="Courier New" panose="02070309020205020404" pitchFamily="49" charset="0"/>
              </a:rPr>
              <a:t>response.json</a:t>
            </a:r>
            <a:r>
              <a:rPr lang="en-US" sz="3800" dirty="0">
                <a:latin typeface="Courier New" panose="02070309020205020404" pitchFamily="49" charset="0"/>
                <a:cs typeface="Courier New" panose="02070309020205020404" pitchFamily="49" charset="0"/>
              </a:rPr>
              <a:t>())</a:t>
            </a:r>
          </a:p>
          <a:p>
            <a:pPr marL="0" indent="0">
              <a:buNone/>
            </a:pPr>
            <a:r>
              <a:rPr lang="en-US" sz="3800" dirty="0">
                <a:latin typeface="Courier New" panose="02070309020205020404" pitchFamily="49" charset="0"/>
                <a:cs typeface="Courier New" panose="02070309020205020404" pitchFamily="49" charset="0"/>
              </a:rPr>
              <a:t>      .then((data) =&gt; dispatch({ type: 'FETCH_DATA_SUCCESS', payload: data }))</a:t>
            </a:r>
          </a:p>
          <a:p>
            <a:pPr marL="0" indent="0">
              <a:buNone/>
            </a:pPr>
            <a:r>
              <a:rPr lang="en-US" sz="3800" dirty="0">
                <a:latin typeface="Courier New" panose="02070309020205020404" pitchFamily="49" charset="0"/>
                <a:cs typeface="Courier New" panose="02070309020205020404" pitchFamily="49" charset="0"/>
              </a:rPr>
              <a:t>      .catch((error) =&gt; dispatch({ type: 'FETCH_DATA_ERROR', payload: error }));</a:t>
            </a:r>
          </a:p>
          <a:p>
            <a:pPr marL="0" indent="0">
              <a:buNone/>
            </a:pPr>
            <a:r>
              <a:rPr lang="en-US" sz="3800" dirty="0">
                <a:latin typeface="Courier New" panose="02070309020205020404" pitchFamily="49" charset="0"/>
                <a:cs typeface="Courier New" panose="02070309020205020404" pitchFamily="49" charset="0"/>
              </a:rPr>
              <a:t>  };</a:t>
            </a:r>
          </a:p>
          <a:p>
            <a:pPr marL="0" indent="0">
              <a:buNone/>
            </a:pPr>
            <a:r>
              <a:rPr lang="en-US" sz="3800" dirty="0">
                <a:latin typeface="Courier New" panose="02070309020205020404" pitchFamily="49" charset="0"/>
                <a:cs typeface="Courier New" panose="02070309020205020404" pitchFamily="49" charset="0"/>
              </a:rPr>
              <a:t>};</a:t>
            </a:r>
          </a:p>
          <a:p>
            <a:pPr marL="0" indent="0">
              <a:buNone/>
            </a:pPr>
            <a:endParaRPr lang="en-US" sz="3800" dirty="0">
              <a:latin typeface="Courier New" panose="02070309020205020404" pitchFamily="49" charset="0"/>
              <a:cs typeface="Courier New" panose="02070309020205020404" pitchFamily="49" charset="0"/>
            </a:endParaRPr>
          </a:p>
          <a:p>
            <a:pPr marL="0" indent="0">
              <a:buNone/>
            </a:pPr>
            <a:r>
              <a:rPr lang="en-US" sz="3800" dirty="0">
                <a:latin typeface="Courier New" panose="02070309020205020404" pitchFamily="49" charset="0"/>
                <a:cs typeface="Courier New" panose="02070309020205020404" pitchFamily="49" charset="0"/>
              </a:rPr>
              <a:t>// Dispatching Async Action</a:t>
            </a:r>
          </a:p>
          <a:p>
            <a:pPr marL="0" indent="0">
              <a:buNone/>
            </a:pPr>
            <a:r>
              <a:rPr lang="en-US" sz="3800" dirty="0">
                <a:latin typeface="Courier New" panose="02070309020205020404" pitchFamily="49" charset="0"/>
                <a:cs typeface="Courier New" panose="02070309020205020404" pitchFamily="49" charset="0"/>
              </a:rPr>
              <a:t>dispatch(</a:t>
            </a:r>
            <a:r>
              <a:rPr lang="en-US" sz="3800" dirty="0" err="1">
                <a:latin typeface="Courier New" panose="02070309020205020404" pitchFamily="49" charset="0"/>
                <a:cs typeface="Courier New" panose="02070309020205020404" pitchFamily="49" charset="0"/>
              </a:rPr>
              <a:t>fetchData</a:t>
            </a:r>
            <a:r>
              <a:rPr lang="en-US" sz="3800" dirty="0">
                <a:latin typeface="Courier New" panose="02070309020205020404" pitchFamily="49" charset="0"/>
                <a:cs typeface="Courier New" panose="02070309020205020404" pitchFamily="49" charset="0"/>
              </a:rPr>
              <a:t>());</a:t>
            </a:r>
            <a:endParaRPr lang="en-US" dirty="0">
              <a:latin typeface="Courier New" panose="02070309020205020404" pitchFamily="49" charset="0"/>
              <a:cs typeface="Courier New" panose="02070309020205020404" pitchFamily="49" charset="0"/>
            </a:endParaRPr>
          </a:p>
          <a:p>
            <a:endParaRPr lang="en-US" dirty="0"/>
          </a:p>
        </p:txBody>
      </p:sp>
    </p:spTree>
    <p:extLst>
      <p:ext uri="{BB962C8B-B14F-4D97-AF65-F5344CB8AC3E}">
        <p14:creationId xmlns:p14="http://schemas.microsoft.com/office/powerpoint/2010/main" val="7175897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Redux: Reducers</a:t>
            </a:r>
          </a:p>
        </p:txBody>
      </p:sp>
      <p:graphicFrame>
        <p:nvGraphicFramePr>
          <p:cNvPr id="5" name="Content Placeholder 2">
            <a:extLst>
              <a:ext uri="{FF2B5EF4-FFF2-40B4-BE49-F238E27FC236}">
                <a16:creationId xmlns:a16="http://schemas.microsoft.com/office/drawing/2014/main" id="{1B7F20F0-C71A-753C-9B35-EFE53D0E7A86}"/>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33949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Redux: Store</a:t>
            </a:r>
          </a:p>
        </p:txBody>
      </p:sp>
      <p:sp>
        <p:nvSpPr>
          <p:cNvPr id="3" name="Content Placeholder 2"/>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Single source of truth.</a:t>
            </a:r>
          </a:p>
          <a:p>
            <a:pPr algn="l">
              <a:buFont typeface="Arial" panose="020B0604020202020204" pitchFamily="34" charset="0"/>
              <a:buChar char="•"/>
            </a:pPr>
            <a:r>
              <a:rPr lang="en-US" b="0" i="0" dirty="0">
                <a:solidFill>
                  <a:srgbClr val="374151"/>
                </a:solidFill>
                <a:effectLst/>
                <a:latin typeface="Söhne"/>
              </a:rPr>
              <a:t>Holds the state of the entire application.</a:t>
            </a:r>
          </a:p>
          <a:p>
            <a:pPr algn="l">
              <a:buFont typeface="Arial" panose="020B0604020202020204" pitchFamily="34" charset="0"/>
              <a:buChar char="•"/>
            </a:pPr>
            <a:r>
              <a:rPr lang="en-US" b="0" i="0" dirty="0">
                <a:solidFill>
                  <a:srgbClr val="374151"/>
                </a:solidFill>
                <a:effectLst/>
                <a:latin typeface="Söhne"/>
              </a:rPr>
              <a:t>Created using the </a:t>
            </a:r>
            <a:r>
              <a:rPr lang="en-US" b="0" i="0" dirty="0" err="1">
                <a:solidFill>
                  <a:srgbClr val="374151"/>
                </a:solidFill>
                <a:effectLst/>
                <a:latin typeface="Söhne"/>
              </a:rPr>
              <a:t>createStore</a:t>
            </a:r>
            <a:r>
              <a:rPr lang="en-US" b="0" i="0" dirty="0">
                <a:solidFill>
                  <a:srgbClr val="374151"/>
                </a:solidFill>
                <a:effectLst/>
                <a:latin typeface="Söhne"/>
              </a:rPr>
              <a:t> method.</a:t>
            </a:r>
          </a:p>
        </p:txBody>
      </p:sp>
    </p:spTree>
    <p:extLst>
      <p:ext uri="{BB962C8B-B14F-4D97-AF65-F5344CB8AC3E}">
        <p14:creationId xmlns:p14="http://schemas.microsoft.com/office/powerpoint/2010/main" val="31550468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Redux: Redux Middleware</a:t>
            </a:r>
          </a:p>
        </p:txBody>
      </p:sp>
      <p:sp>
        <p:nvSpPr>
          <p:cNvPr id="3" name="Content Placeholder 2"/>
          <p:cNvSpPr>
            <a:spLocks noGrp="1"/>
          </p:cNvSpPr>
          <p:nvPr>
            <p:ph idx="1"/>
          </p:nvPr>
        </p:nvSpPr>
        <p:spPr/>
        <p:txBody>
          <a:bodyPr/>
          <a:lstStyle/>
          <a:p>
            <a:r>
              <a:rPr dirty="0"/>
              <a:t>What is Middleware?</a:t>
            </a:r>
          </a:p>
          <a:p>
            <a:r>
              <a:rPr dirty="0"/>
              <a:t>Common Middleware Examples</a:t>
            </a:r>
          </a:p>
        </p:txBody>
      </p:sp>
    </p:spTree>
    <p:extLst>
      <p:ext uri="{BB962C8B-B14F-4D97-AF65-F5344CB8AC3E}">
        <p14:creationId xmlns:p14="http://schemas.microsoft.com/office/powerpoint/2010/main" val="5789774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Redux: Redux </a:t>
            </a:r>
            <a:r>
              <a:rPr dirty="0" err="1"/>
              <a:t>Thunk</a:t>
            </a:r>
            <a:endParaRPr dirty="0"/>
          </a:p>
        </p:txBody>
      </p:sp>
      <p:sp>
        <p:nvSpPr>
          <p:cNvPr id="3" name="Content Placeholder 2"/>
          <p:cNvSpPr>
            <a:spLocks noGrp="1"/>
          </p:cNvSpPr>
          <p:nvPr>
            <p:ph idx="1"/>
          </p:nvPr>
        </p:nvSpPr>
        <p:spPr/>
        <p:txBody>
          <a:bodyPr/>
          <a:lstStyle/>
          <a:p>
            <a:r>
              <a:rPr dirty="0"/>
              <a:t>Async Actions</a:t>
            </a:r>
          </a:p>
          <a:p>
            <a:r>
              <a:rPr dirty="0" err="1"/>
              <a:t>Thunk</a:t>
            </a:r>
            <a:r>
              <a:rPr dirty="0"/>
              <a:t> Middleware</a:t>
            </a:r>
          </a:p>
        </p:txBody>
      </p:sp>
    </p:spTree>
    <p:extLst>
      <p:ext uri="{BB962C8B-B14F-4D97-AF65-F5344CB8AC3E}">
        <p14:creationId xmlns:p14="http://schemas.microsoft.com/office/powerpoint/2010/main" val="15231891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Redux: Redux Toolkit</a:t>
            </a:r>
          </a:p>
        </p:txBody>
      </p:sp>
      <p:sp>
        <p:nvSpPr>
          <p:cNvPr id="3" name="Content Placeholder 2"/>
          <p:cNvSpPr>
            <a:spLocks noGrp="1"/>
          </p:cNvSpPr>
          <p:nvPr>
            <p:ph idx="1"/>
          </p:nvPr>
        </p:nvSpPr>
        <p:spPr/>
        <p:txBody>
          <a:bodyPr/>
          <a:lstStyle/>
          <a:p>
            <a:r>
              <a:rPr dirty="0"/>
              <a:t>What is Redux Toolkit?</a:t>
            </a:r>
            <a:endParaRPr lang="en-US" dirty="0"/>
          </a:p>
          <a:p>
            <a:pPr lvl="1"/>
            <a:r>
              <a:rPr lang="en-US" dirty="0"/>
              <a:t>Official toolset for efficient Redux development</a:t>
            </a:r>
            <a:endParaRPr dirty="0"/>
          </a:p>
          <a:p>
            <a:r>
              <a:rPr dirty="0"/>
              <a:t>Benefits</a:t>
            </a:r>
            <a:endParaRPr lang="en-US" dirty="0"/>
          </a:p>
          <a:p>
            <a:pPr lvl="1"/>
            <a:r>
              <a:rPr lang="en-US" dirty="0"/>
              <a:t>Simplifies common use cases</a:t>
            </a:r>
          </a:p>
          <a:p>
            <a:pPr lvl="1"/>
            <a:r>
              <a:rPr lang="en-US" dirty="0"/>
              <a:t>Provides good defaults for store setup</a:t>
            </a:r>
          </a:p>
          <a:p>
            <a:pPr lvl="1"/>
            <a:r>
              <a:rPr lang="en-US" dirty="0"/>
              <a:t>Write “mutative” immutable update logic</a:t>
            </a:r>
          </a:p>
          <a:p>
            <a:pPr lvl="1"/>
            <a:r>
              <a:rPr lang="en-US" dirty="0"/>
              <a:t>Create “slices” automatically</a:t>
            </a:r>
            <a:endParaRPr dirty="0"/>
          </a:p>
        </p:txBody>
      </p:sp>
    </p:spTree>
    <p:extLst>
      <p:ext uri="{BB962C8B-B14F-4D97-AF65-F5344CB8AC3E}">
        <p14:creationId xmlns:p14="http://schemas.microsoft.com/office/powerpoint/2010/main" val="2881395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Redux: </a:t>
            </a:r>
            <a:r>
              <a:rPr dirty="0" err="1"/>
              <a:t>createAction</a:t>
            </a:r>
            <a:endParaRPr dirty="0"/>
          </a:p>
        </p:txBody>
      </p:sp>
      <p:sp>
        <p:nvSpPr>
          <p:cNvPr id="3" name="Content Placeholder 2"/>
          <p:cNvSpPr>
            <a:spLocks noGrp="1"/>
          </p:cNvSpPr>
          <p:nvPr>
            <p:ph idx="1"/>
          </p:nvPr>
        </p:nvSpPr>
        <p:spPr/>
        <p:txBody>
          <a:bodyPr>
            <a:normAutofit fontScale="92500" lnSpcReduction="20000"/>
          </a:bodyPr>
          <a:lstStyle/>
          <a:p>
            <a:r>
              <a:rPr lang="en-US" dirty="0"/>
              <a:t>Generates </a:t>
            </a:r>
            <a:r>
              <a:rPr dirty="0"/>
              <a:t>action creators based on the given action type.</a:t>
            </a:r>
          </a:p>
          <a:p>
            <a:endParaRPr dirty="0"/>
          </a:p>
          <a:p>
            <a:pPr marL="0" indent="0">
              <a:buNone/>
            </a:pPr>
            <a:r>
              <a:rPr dirty="0">
                <a:cs typeface="Courier New" panose="02070309020205020404" pitchFamily="49" charset="0"/>
              </a:rPr>
              <a:t>Basic Example: </a:t>
            </a:r>
            <a:endParaRPr lang="en-US" dirty="0">
              <a:cs typeface="Courier New" panose="02070309020205020404" pitchFamily="49" charset="0"/>
            </a:endParaRPr>
          </a:p>
          <a:p>
            <a:pPr marL="0" indent="0">
              <a:buNone/>
            </a:pPr>
            <a:r>
              <a:rPr dirty="0">
                <a:latin typeface="Courier New" panose="02070309020205020404" pitchFamily="49" charset="0"/>
                <a:cs typeface="Courier New" panose="02070309020205020404" pitchFamily="49" charset="0"/>
              </a:rPr>
              <a:t>const increment = </a:t>
            </a:r>
            <a:r>
              <a:rPr dirty="0" err="1">
                <a:latin typeface="Courier New" panose="02070309020205020404" pitchFamily="49" charset="0"/>
                <a:cs typeface="Courier New" panose="02070309020205020404" pitchFamily="49" charset="0"/>
              </a:rPr>
              <a:t>createAction</a:t>
            </a:r>
            <a:r>
              <a:rPr dirty="0">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'counter/increment</a:t>
            </a:r>
            <a:r>
              <a:rPr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dirty="0">
                <a:cs typeface="Courier New" panose="02070309020205020404" pitchFamily="49" charset="0"/>
              </a:rPr>
              <a:t>Dispatch</a:t>
            </a:r>
            <a:r>
              <a:rPr lang="en-US" dirty="0">
                <a:cs typeface="Courier New" panose="02070309020205020404" pitchFamily="49" charset="0"/>
              </a:rPr>
              <a:t>:</a:t>
            </a:r>
          </a:p>
          <a:p>
            <a:pPr marL="0" indent="0">
              <a:buNone/>
            </a:pPr>
            <a:r>
              <a:rPr dirty="0">
                <a:latin typeface="Courier New" panose="02070309020205020404" pitchFamily="49" charset="0"/>
                <a:cs typeface="Courier New" panose="02070309020205020404" pitchFamily="49" charset="0"/>
              </a:rPr>
              <a:t>dispatch(increment()); </a:t>
            </a:r>
            <a:endParaRPr lang="en-US" dirty="0">
              <a:latin typeface="Courier New" panose="02070309020205020404" pitchFamily="49" charset="0"/>
              <a:cs typeface="Courier New" panose="02070309020205020404" pitchFamily="49" charset="0"/>
            </a:endParaRPr>
          </a:p>
          <a:p>
            <a:pPr marL="0" indent="0">
              <a:buNone/>
            </a:pPr>
            <a:r>
              <a:rPr dirty="0">
                <a:cs typeface="Courier New" panose="02070309020205020404" pitchFamily="49" charset="0"/>
              </a:rPr>
              <a:t>or</a:t>
            </a:r>
            <a:r>
              <a:rPr dirty="0">
                <a:latin typeface="Courier New" panose="02070309020205020404" pitchFamily="49" charset="0"/>
                <a:cs typeface="Courier New" panose="02070309020205020404" pitchFamily="49" charset="0"/>
              </a:rPr>
              <a:t> dispatch(</a:t>
            </a:r>
            <a:r>
              <a:rPr lang="en-US" dirty="0">
                <a:latin typeface="Courier New" panose="02070309020205020404" pitchFamily="49" charset="0"/>
                <a:cs typeface="Courier New" panose="02070309020205020404" pitchFamily="49" charset="0"/>
              </a:rPr>
              <a:t>increment</a:t>
            </a:r>
            <a:r>
              <a:rPr dirty="0">
                <a:latin typeface="Courier New" panose="02070309020205020404" pitchFamily="49" charset="0"/>
                <a:cs typeface="Courier New" panose="02070309020205020404" pitchFamily="49" charset="0"/>
              </a:rPr>
              <a:t>(5));</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Redux: </a:t>
            </a:r>
            <a:r>
              <a:rPr dirty="0" err="1"/>
              <a:t>createReducer</a:t>
            </a:r>
            <a:endParaRPr dirty="0"/>
          </a:p>
        </p:txBody>
      </p:sp>
      <p:sp>
        <p:nvSpPr>
          <p:cNvPr id="3" name="Content Placeholder 2"/>
          <p:cNvSpPr>
            <a:spLocks noGrp="1"/>
          </p:cNvSpPr>
          <p:nvPr>
            <p:ph idx="1"/>
          </p:nvPr>
        </p:nvSpPr>
        <p:spPr/>
        <p:txBody>
          <a:bodyPr/>
          <a:lstStyle/>
          <a:p>
            <a:r>
              <a:rPr dirty="0"/>
              <a:t>Simplifying Reducer Creation</a:t>
            </a:r>
          </a:p>
          <a:p>
            <a:pPr marL="0" indent="0">
              <a:buNone/>
            </a:pPr>
            <a:endParaRPr lang="en-US" sz="2800" dirty="0">
              <a:latin typeface="Courier New" panose="02070309020205020404" pitchFamily="49" charset="0"/>
              <a:cs typeface="Courier New" panose="02070309020205020404" pitchFamily="49" charset="0"/>
            </a:endParaRPr>
          </a:p>
          <a:p>
            <a:pPr marL="0" indent="0">
              <a:buNone/>
            </a:pPr>
            <a:r>
              <a:rPr lang="en-US" sz="2800" dirty="0">
                <a:latin typeface="Courier New" panose="02070309020205020404" pitchFamily="49" charset="0"/>
                <a:cs typeface="Courier New" panose="02070309020205020404" pitchFamily="49" charset="0"/>
              </a:rPr>
              <a:t>const </a:t>
            </a:r>
            <a:r>
              <a:rPr lang="en-US" sz="2800" dirty="0" err="1">
                <a:latin typeface="Courier New" panose="02070309020205020404" pitchFamily="49" charset="0"/>
                <a:cs typeface="Courier New" panose="02070309020205020404" pitchFamily="49" charset="0"/>
              </a:rPr>
              <a:t>myReducer</a:t>
            </a:r>
            <a:r>
              <a:rPr lang="en-US" sz="2800" dirty="0">
                <a:latin typeface="Courier New" panose="02070309020205020404" pitchFamily="49" charset="0"/>
                <a:cs typeface="Courier New" panose="02070309020205020404" pitchFamily="49" charset="0"/>
              </a:rPr>
              <a:t> = </a:t>
            </a:r>
            <a:r>
              <a:rPr lang="en-US" sz="2800" dirty="0" err="1">
                <a:latin typeface="Courier New" panose="02070309020205020404" pitchFamily="49" charset="0"/>
                <a:cs typeface="Courier New" panose="02070309020205020404" pitchFamily="49" charset="0"/>
              </a:rPr>
              <a:t>createReducer</a:t>
            </a: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initialState</a:t>
            </a:r>
            <a:r>
              <a:rPr lang="en-US" sz="2800" dirty="0">
                <a:latin typeface="Courier New" panose="02070309020205020404" pitchFamily="49" charset="0"/>
                <a:cs typeface="Courier New" panose="02070309020205020404" pitchFamily="49" charset="0"/>
              </a:rPr>
              <a:t>, {</a:t>
            </a:r>
          </a:p>
          <a:p>
            <a:pPr marL="0" indent="0">
              <a:buNone/>
            </a:pP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actionType</a:t>
            </a:r>
            <a:r>
              <a:rPr lang="en-US" sz="2800" dirty="0">
                <a:latin typeface="Courier New" panose="02070309020205020404" pitchFamily="49" charset="0"/>
                <a:cs typeface="Courier New" panose="02070309020205020404" pitchFamily="49" charset="0"/>
              </a:rPr>
              <a:t>]: (state, action) =&gt; {</a:t>
            </a:r>
          </a:p>
          <a:p>
            <a:pPr marL="0" indent="0">
              <a:buNone/>
            </a:pPr>
            <a:r>
              <a:rPr lang="en-US" sz="2800" dirty="0">
                <a:latin typeface="Courier New" panose="02070309020205020404" pitchFamily="49" charset="0"/>
                <a:cs typeface="Courier New" panose="02070309020205020404" pitchFamily="49" charset="0"/>
              </a:rPr>
              <a:t>    // reducer logic</a:t>
            </a:r>
          </a:p>
          <a:p>
            <a:pPr marL="0" indent="0">
              <a:buNone/>
            </a:pPr>
            <a:r>
              <a:rPr lang="en-US" sz="2800" dirty="0">
                <a:latin typeface="Courier New" panose="02070309020205020404" pitchFamily="49" charset="0"/>
                <a:cs typeface="Courier New" panose="02070309020205020404" pitchFamily="49" charset="0"/>
              </a:rPr>
              <a:t>  }</a:t>
            </a:r>
          </a:p>
          <a:p>
            <a:pPr marL="0" indent="0">
              <a:buNone/>
            </a:pPr>
            <a:r>
              <a:rPr lang="en-US" sz="2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5113339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8E85E-0AE0-79E1-FEA7-F121D7C2B613}"/>
              </a:ext>
            </a:extLst>
          </p:cNvPr>
          <p:cNvSpPr>
            <a:spLocks noGrp="1"/>
          </p:cNvSpPr>
          <p:nvPr>
            <p:ph type="title"/>
          </p:nvPr>
        </p:nvSpPr>
        <p:spPr/>
        <p:txBody>
          <a:bodyPr/>
          <a:lstStyle/>
          <a:p>
            <a:r>
              <a:rPr lang="en-US" dirty="0" err="1"/>
              <a:t>createReducer</a:t>
            </a:r>
            <a:r>
              <a:rPr lang="en-US" dirty="0"/>
              <a:t> with Payload</a:t>
            </a:r>
          </a:p>
        </p:txBody>
      </p:sp>
      <p:sp>
        <p:nvSpPr>
          <p:cNvPr id="3" name="Content Placeholder 2">
            <a:extLst>
              <a:ext uri="{FF2B5EF4-FFF2-40B4-BE49-F238E27FC236}">
                <a16:creationId xmlns:a16="http://schemas.microsoft.com/office/drawing/2014/main" id="{CB26EBE1-A84A-CD92-B8A8-2DF172AFA29D}"/>
              </a:ext>
            </a:extLst>
          </p:cNvPr>
          <p:cNvSpPr>
            <a:spLocks noGrp="1"/>
          </p:cNvSpPr>
          <p:nvPr>
            <p:ph idx="1"/>
          </p:nvPr>
        </p:nvSpPr>
        <p:spPr/>
        <p:txBody>
          <a:bodyPr/>
          <a:lstStyle/>
          <a:p>
            <a:pPr marL="0" indent="0">
              <a:buNone/>
            </a:pPr>
            <a:r>
              <a:rPr lang="en-US" sz="2800" dirty="0">
                <a:latin typeface="Courier New" panose="02070309020205020404" pitchFamily="49" charset="0"/>
                <a:cs typeface="Courier New" panose="02070309020205020404" pitchFamily="49" charset="0"/>
              </a:rPr>
              <a:t>const add = </a:t>
            </a:r>
            <a:r>
              <a:rPr lang="en-US" sz="2800" dirty="0" err="1">
                <a:latin typeface="Courier New" panose="02070309020205020404" pitchFamily="49" charset="0"/>
                <a:cs typeface="Courier New" panose="02070309020205020404" pitchFamily="49" charset="0"/>
              </a:rPr>
              <a:t>createAction</a:t>
            </a:r>
            <a:r>
              <a:rPr lang="en-US" sz="2800" dirty="0">
                <a:latin typeface="Courier New" panose="02070309020205020404" pitchFamily="49" charset="0"/>
                <a:cs typeface="Courier New" panose="02070309020205020404" pitchFamily="49" charset="0"/>
              </a:rPr>
              <a:t>('ADD');</a:t>
            </a:r>
          </a:p>
          <a:p>
            <a:pPr marL="0" indent="0">
              <a:buNone/>
            </a:pPr>
            <a:endParaRPr lang="en-US" sz="2800" dirty="0">
              <a:latin typeface="Courier New" panose="02070309020205020404" pitchFamily="49" charset="0"/>
              <a:cs typeface="Courier New" panose="02070309020205020404" pitchFamily="49" charset="0"/>
            </a:endParaRPr>
          </a:p>
          <a:p>
            <a:pPr marL="0" indent="0">
              <a:buNone/>
            </a:pPr>
            <a:r>
              <a:rPr lang="en-US" sz="2800" dirty="0">
                <a:latin typeface="Courier New" panose="02070309020205020404" pitchFamily="49" charset="0"/>
                <a:cs typeface="Courier New" panose="02070309020205020404" pitchFamily="49" charset="0"/>
              </a:rPr>
              <a:t>const </a:t>
            </a:r>
            <a:r>
              <a:rPr lang="en-US" sz="2800" dirty="0" err="1">
                <a:latin typeface="Courier New" panose="02070309020205020404" pitchFamily="49" charset="0"/>
                <a:cs typeface="Courier New" panose="02070309020205020404" pitchFamily="49" charset="0"/>
              </a:rPr>
              <a:t>counterReducer</a:t>
            </a:r>
            <a:r>
              <a:rPr lang="en-US" sz="2800" dirty="0">
                <a:latin typeface="Courier New" panose="02070309020205020404" pitchFamily="49" charset="0"/>
                <a:cs typeface="Courier New" panose="02070309020205020404" pitchFamily="49" charset="0"/>
              </a:rPr>
              <a:t> = </a:t>
            </a:r>
            <a:r>
              <a:rPr lang="en-US" sz="2800" dirty="0" err="1">
                <a:latin typeface="Courier New" panose="02070309020205020404" pitchFamily="49" charset="0"/>
                <a:cs typeface="Courier New" panose="02070309020205020404" pitchFamily="49" charset="0"/>
              </a:rPr>
              <a:t>createReducer</a:t>
            </a:r>
            <a:r>
              <a:rPr lang="en-US" sz="2800" dirty="0">
                <a:latin typeface="Courier New" panose="02070309020205020404" pitchFamily="49" charset="0"/>
                <a:cs typeface="Courier New" panose="02070309020205020404" pitchFamily="49" charset="0"/>
              </a:rPr>
              <a:t>(0, {</a:t>
            </a:r>
          </a:p>
          <a:p>
            <a:pPr marL="0" indent="0">
              <a:buNone/>
            </a:pPr>
            <a:r>
              <a:rPr lang="en-US" sz="2800" dirty="0">
                <a:latin typeface="Courier New" panose="02070309020205020404" pitchFamily="49" charset="0"/>
                <a:cs typeface="Courier New" panose="02070309020205020404" pitchFamily="49" charset="0"/>
              </a:rPr>
              <a:t>  [add]: (state, action) =&gt; state + </a:t>
            </a:r>
            <a:r>
              <a:rPr lang="en-US" sz="2800" dirty="0" err="1">
                <a:latin typeface="Courier New" panose="02070309020205020404" pitchFamily="49" charset="0"/>
                <a:cs typeface="Courier New" panose="02070309020205020404" pitchFamily="49" charset="0"/>
              </a:rPr>
              <a:t>action.payload</a:t>
            </a:r>
            <a:r>
              <a:rPr lang="en-US" sz="2800" dirty="0">
                <a:latin typeface="Courier New" panose="02070309020205020404" pitchFamily="49" charset="0"/>
                <a:cs typeface="Courier New" panose="02070309020205020404" pitchFamily="49" charset="0"/>
              </a:rPr>
              <a:t>,</a:t>
            </a:r>
          </a:p>
          <a:p>
            <a:pPr marL="0" indent="0">
              <a:buNone/>
            </a:pPr>
            <a:r>
              <a:rPr lang="en-US" sz="2800" dirty="0">
                <a:latin typeface="Courier New" panose="02070309020205020404" pitchFamily="49" charset="0"/>
                <a:cs typeface="Courier New" panose="02070309020205020404" pitchFamily="49" charset="0"/>
              </a:rPr>
              <a:t>});</a:t>
            </a:r>
          </a:p>
          <a:p>
            <a:endParaRPr lang="en-US" dirty="0"/>
          </a:p>
        </p:txBody>
      </p:sp>
    </p:spTree>
    <p:extLst>
      <p:ext uri="{BB962C8B-B14F-4D97-AF65-F5344CB8AC3E}">
        <p14:creationId xmlns:p14="http://schemas.microsoft.com/office/powerpoint/2010/main" val="34318597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D38AF-96E1-564B-C6EC-5864CBC1A846}"/>
              </a:ext>
            </a:extLst>
          </p:cNvPr>
          <p:cNvSpPr>
            <a:spLocks noGrp="1"/>
          </p:cNvSpPr>
          <p:nvPr>
            <p:ph type="title"/>
          </p:nvPr>
        </p:nvSpPr>
        <p:spPr/>
        <p:txBody>
          <a:bodyPr/>
          <a:lstStyle/>
          <a:p>
            <a:r>
              <a:rPr lang="en-US" dirty="0" err="1"/>
              <a:t>createSlice</a:t>
            </a:r>
            <a:endParaRPr lang="en-US" dirty="0"/>
          </a:p>
        </p:txBody>
      </p:sp>
      <p:sp>
        <p:nvSpPr>
          <p:cNvPr id="3" name="Content Placeholder 2">
            <a:extLst>
              <a:ext uri="{FF2B5EF4-FFF2-40B4-BE49-F238E27FC236}">
                <a16:creationId xmlns:a16="http://schemas.microsoft.com/office/drawing/2014/main" id="{F6F3A69A-6992-BA2A-0CD5-9FE590FFB0E7}"/>
              </a:ext>
            </a:extLst>
          </p:cNvPr>
          <p:cNvSpPr>
            <a:spLocks noGrp="1"/>
          </p:cNvSpPr>
          <p:nvPr>
            <p:ph idx="1"/>
          </p:nvPr>
        </p:nvSpPr>
        <p:spPr/>
        <p:txBody>
          <a:bodyPr>
            <a:normAutofit fontScale="40000" lnSpcReduction="20000"/>
          </a:bodyPr>
          <a:lstStyle/>
          <a:p>
            <a:pPr marL="0" indent="0">
              <a:buNone/>
            </a:pPr>
            <a:r>
              <a:rPr lang="en-US" sz="5100" dirty="0"/>
              <a:t>import { </a:t>
            </a:r>
            <a:r>
              <a:rPr lang="en-US" sz="5100" dirty="0" err="1"/>
              <a:t>createSlice</a:t>
            </a:r>
            <a:r>
              <a:rPr lang="en-US" sz="5100" dirty="0"/>
              <a:t> } from '@</a:t>
            </a:r>
            <a:r>
              <a:rPr lang="en-US" sz="5100" dirty="0" err="1"/>
              <a:t>reduxjs</a:t>
            </a:r>
            <a:r>
              <a:rPr lang="en-US" sz="5100" dirty="0"/>
              <a:t>/toolkit';</a:t>
            </a:r>
          </a:p>
          <a:p>
            <a:pPr marL="0" indent="0">
              <a:buNone/>
            </a:pPr>
            <a:endParaRPr lang="en-US" sz="5100" dirty="0"/>
          </a:p>
          <a:p>
            <a:pPr marL="0" indent="0">
              <a:buNone/>
            </a:pPr>
            <a:r>
              <a:rPr lang="en-US" sz="5100" dirty="0"/>
              <a:t>const </a:t>
            </a:r>
            <a:r>
              <a:rPr lang="en-US" sz="5100" dirty="0" err="1"/>
              <a:t>counterSlice</a:t>
            </a:r>
            <a:r>
              <a:rPr lang="en-US" sz="5100" dirty="0"/>
              <a:t> = </a:t>
            </a:r>
            <a:r>
              <a:rPr lang="en-US" sz="5100" dirty="0" err="1"/>
              <a:t>createSlice</a:t>
            </a:r>
            <a:r>
              <a:rPr lang="en-US" sz="5100" dirty="0"/>
              <a:t>({</a:t>
            </a:r>
          </a:p>
          <a:p>
            <a:pPr marL="0" indent="0">
              <a:buNone/>
            </a:pPr>
            <a:r>
              <a:rPr lang="en-US" sz="5100" dirty="0"/>
              <a:t>  name: 'counter',</a:t>
            </a:r>
          </a:p>
          <a:p>
            <a:pPr marL="0" indent="0">
              <a:buNone/>
            </a:pPr>
            <a:r>
              <a:rPr lang="en-US" sz="5100" dirty="0"/>
              <a:t>  </a:t>
            </a:r>
            <a:r>
              <a:rPr lang="en-US" sz="5100" dirty="0" err="1"/>
              <a:t>initialState</a:t>
            </a:r>
            <a:r>
              <a:rPr lang="en-US" sz="5100" dirty="0"/>
              <a:t>: 0,</a:t>
            </a:r>
          </a:p>
          <a:p>
            <a:pPr marL="0" indent="0">
              <a:buNone/>
            </a:pPr>
            <a:r>
              <a:rPr lang="en-US" sz="5100" dirty="0"/>
              <a:t>  reducers: {</a:t>
            </a:r>
          </a:p>
          <a:p>
            <a:pPr marL="0" indent="0">
              <a:buNone/>
            </a:pPr>
            <a:r>
              <a:rPr lang="en-US" sz="5100" dirty="0"/>
              <a:t>    increment: (state) =&gt; state + 1,</a:t>
            </a:r>
          </a:p>
          <a:p>
            <a:pPr marL="0" indent="0">
              <a:buNone/>
            </a:pPr>
            <a:r>
              <a:rPr lang="en-US" sz="5100" dirty="0"/>
              <a:t>    decrement: (state) =&gt; state - 1,</a:t>
            </a:r>
          </a:p>
          <a:p>
            <a:pPr marL="0" indent="0">
              <a:buNone/>
            </a:pPr>
            <a:r>
              <a:rPr lang="en-US" sz="5100" dirty="0"/>
              <a:t>  }</a:t>
            </a:r>
          </a:p>
          <a:p>
            <a:pPr marL="0" indent="0">
              <a:buNone/>
            </a:pPr>
            <a:r>
              <a:rPr lang="en-US" sz="5100" dirty="0"/>
              <a:t>});</a:t>
            </a:r>
          </a:p>
          <a:p>
            <a:pPr marL="0" indent="0">
              <a:buNone/>
            </a:pPr>
            <a:endParaRPr lang="en-US" sz="5100" dirty="0"/>
          </a:p>
          <a:p>
            <a:pPr marL="0" indent="0">
              <a:buNone/>
            </a:pPr>
            <a:r>
              <a:rPr lang="en-US" sz="5100" dirty="0"/>
              <a:t>const { increment, decrement } = </a:t>
            </a:r>
            <a:r>
              <a:rPr lang="en-US" sz="5100" dirty="0" err="1"/>
              <a:t>counterSlice.actions</a:t>
            </a:r>
            <a:r>
              <a:rPr lang="en-US" sz="5100" dirty="0"/>
              <a:t>;</a:t>
            </a:r>
          </a:p>
          <a:p>
            <a:pPr marL="0" indent="0">
              <a:buNone/>
            </a:pPr>
            <a:endParaRPr lang="en-US" sz="5100" dirty="0"/>
          </a:p>
          <a:p>
            <a:pPr marL="0" indent="0">
              <a:buNone/>
            </a:pPr>
            <a:r>
              <a:rPr lang="en-US" sz="5100" dirty="0"/>
              <a:t>dispatch(increment());</a:t>
            </a:r>
          </a:p>
          <a:p>
            <a:endParaRPr lang="en-US" dirty="0"/>
          </a:p>
        </p:txBody>
      </p:sp>
    </p:spTree>
    <p:extLst>
      <p:ext uri="{BB962C8B-B14F-4D97-AF65-F5344CB8AC3E}">
        <p14:creationId xmlns:p14="http://schemas.microsoft.com/office/powerpoint/2010/main" val="29105710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Redux: </a:t>
            </a:r>
            <a:r>
              <a:rPr dirty="0" err="1"/>
              <a:t>createSelector</a:t>
            </a:r>
            <a:endParaRPr dirty="0"/>
          </a:p>
        </p:txBody>
      </p:sp>
      <p:sp>
        <p:nvSpPr>
          <p:cNvPr id="3" name="Content Placeholder 2"/>
          <p:cNvSpPr>
            <a:spLocks noGrp="1"/>
          </p:cNvSpPr>
          <p:nvPr>
            <p:ph idx="1"/>
          </p:nvPr>
        </p:nvSpPr>
        <p:spPr/>
        <p:txBody>
          <a:bodyPr>
            <a:normAutofit fontScale="77500" lnSpcReduction="20000"/>
          </a:bodyPr>
          <a:lstStyle/>
          <a:p>
            <a:r>
              <a:rPr dirty="0"/>
              <a:t>What is </a:t>
            </a:r>
            <a:r>
              <a:rPr dirty="0" err="1"/>
              <a:t>createSelector</a:t>
            </a:r>
            <a:r>
              <a:rPr dirty="0"/>
              <a:t>?</a:t>
            </a:r>
            <a:endParaRPr lang="en-US" dirty="0"/>
          </a:p>
          <a:p>
            <a:pPr lvl="1"/>
            <a:r>
              <a:rPr lang="en-US" b="0" i="0" dirty="0">
                <a:solidFill>
                  <a:srgbClr val="374151"/>
                </a:solidFill>
                <a:effectLst/>
                <a:latin typeface="Söhne"/>
              </a:rPr>
              <a:t>creates </a:t>
            </a:r>
            <a:r>
              <a:rPr lang="en-US" b="0" i="0" dirty="0" err="1">
                <a:solidFill>
                  <a:srgbClr val="374151"/>
                </a:solidFill>
                <a:effectLst/>
                <a:latin typeface="Söhne"/>
              </a:rPr>
              <a:t>memoized</a:t>
            </a:r>
            <a:r>
              <a:rPr lang="en-US" b="0" i="0" dirty="0">
                <a:solidFill>
                  <a:srgbClr val="374151"/>
                </a:solidFill>
                <a:effectLst/>
                <a:latin typeface="Söhne"/>
              </a:rPr>
              <a:t> selectors</a:t>
            </a:r>
            <a:endParaRPr dirty="0"/>
          </a:p>
          <a:p>
            <a:r>
              <a:rPr dirty="0"/>
              <a:t>Benefits of Using</a:t>
            </a:r>
            <a:endParaRPr lang="en-US" dirty="0"/>
          </a:p>
          <a:p>
            <a:pPr lvl="1"/>
            <a:r>
              <a:rPr lang="en-US" b="0" i="0" dirty="0">
                <a:solidFill>
                  <a:srgbClr val="374151"/>
                </a:solidFill>
                <a:effectLst/>
                <a:latin typeface="Söhne"/>
              </a:rPr>
              <a:t>helps to optimize re-rendering and re-computation by caching the result of complex calculations based on the Redux state.</a:t>
            </a:r>
            <a:endParaRPr lang="en-US" dirty="0"/>
          </a:p>
          <a:p>
            <a:pPr marL="0" indent="0">
              <a:buNone/>
            </a:pPr>
            <a:r>
              <a:rPr lang="en-US" dirty="0">
                <a:latin typeface="Courier New" panose="02070309020205020404" pitchFamily="49" charset="0"/>
                <a:cs typeface="Courier New" panose="02070309020205020404" pitchFamily="49" charset="0"/>
              </a:rPr>
              <a:t>const selector = </a:t>
            </a:r>
            <a:r>
              <a:rPr lang="en-US" dirty="0" err="1">
                <a:latin typeface="Courier New" panose="02070309020205020404" pitchFamily="49" charset="0"/>
                <a:cs typeface="Courier New" panose="02070309020205020404" pitchFamily="49" charset="0"/>
              </a:rPr>
              <a:t>createSelector</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[inputSelector1, inputSelector2],</a:t>
            </a:r>
          </a:p>
          <a:p>
            <a:pPr marL="0" indent="0">
              <a:buNone/>
            </a:pPr>
            <a:r>
              <a:rPr lang="en-US" dirty="0">
                <a:latin typeface="Courier New" panose="02070309020205020404" pitchFamily="49" charset="0"/>
                <a:cs typeface="Courier New" panose="02070309020205020404" pitchFamily="49" charset="0"/>
              </a:rPr>
              <a:t>  (output1, output2) =&gt; {</a:t>
            </a:r>
          </a:p>
          <a:p>
            <a:pPr marL="0" indent="0">
              <a:buNone/>
            </a:pPr>
            <a:r>
              <a:rPr lang="en-US" dirty="0">
                <a:latin typeface="Courier New" panose="02070309020205020404" pitchFamily="49" charset="0"/>
                <a:cs typeface="Courier New" panose="02070309020205020404" pitchFamily="49" charset="0"/>
              </a:rPr>
              <a:t>    // perform computation</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a:t>
            </a:r>
          </a:p>
          <a:p>
            <a:endParaRPr dirty="0"/>
          </a:p>
        </p:txBody>
      </p:sp>
    </p:spTree>
    <p:extLst>
      <p:ext uri="{BB962C8B-B14F-4D97-AF65-F5344CB8AC3E}">
        <p14:creationId xmlns:p14="http://schemas.microsoft.com/office/powerpoint/2010/main" val="32317314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Redux: Use with React</a:t>
            </a:r>
          </a:p>
        </p:txBody>
      </p:sp>
      <p:sp>
        <p:nvSpPr>
          <p:cNvPr id="3" name="Content Placeholder 2"/>
          <p:cNvSpPr>
            <a:spLocks noGrp="1"/>
          </p:cNvSpPr>
          <p:nvPr>
            <p:ph idx="1"/>
          </p:nvPr>
        </p:nvSpPr>
        <p:spPr/>
        <p:txBody>
          <a:bodyPr/>
          <a:lstStyle/>
          <a:p>
            <a:r>
              <a:rPr dirty="0"/>
              <a:t>react-redux</a:t>
            </a:r>
            <a:endParaRPr lang="en-US" dirty="0"/>
          </a:p>
          <a:p>
            <a:pPr lvl="1"/>
            <a:r>
              <a:rPr lang="en-US" dirty="0"/>
              <a:t>Official React bindings for Redux</a:t>
            </a:r>
          </a:p>
          <a:p>
            <a:pPr lvl="1"/>
            <a:r>
              <a:rPr lang="en-US" dirty="0"/>
              <a:t>&lt;Provider&gt;</a:t>
            </a:r>
          </a:p>
          <a:p>
            <a:pPr lvl="1"/>
            <a:r>
              <a:rPr lang="en-US" dirty="0" err="1"/>
              <a:t>useSelector</a:t>
            </a:r>
            <a:endParaRPr lang="en-US" dirty="0"/>
          </a:p>
          <a:p>
            <a:pPr lvl="1"/>
            <a:r>
              <a:rPr lang="en-US" dirty="0" err="1"/>
              <a:t>useDispatch</a:t>
            </a:r>
            <a:endParaRPr dirty="0"/>
          </a:p>
        </p:txBody>
      </p:sp>
    </p:spTree>
    <p:extLst>
      <p:ext uri="{BB962C8B-B14F-4D97-AF65-F5344CB8AC3E}">
        <p14:creationId xmlns:p14="http://schemas.microsoft.com/office/powerpoint/2010/main" val="32799867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269E36-8336-4436-AB33-00BF88B27FC5}"/>
              </a:ext>
            </a:extLst>
          </p:cNvPr>
          <p:cNvSpPr>
            <a:spLocks noGrp="1"/>
          </p:cNvSpPr>
          <p:nvPr>
            <p:ph type="title"/>
          </p:nvPr>
        </p:nvSpPr>
        <p:spPr>
          <a:xfrm>
            <a:off x="571352" y="350196"/>
            <a:ext cx="3485178" cy="1624520"/>
          </a:xfrm>
        </p:spPr>
        <p:txBody>
          <a:bodyPr anchor="ctr">
            <a:normAutofit/>
          </a:bodyPr>
          <a:lstStyle/>
          <a:p>
            <a:pPr>
              <a:lnSpc>
                <a:spcPct val="90000"/>
              </a:lnSpc>
            </a:pPr>
            <a:r>
              <a:rPr lang="en-US" sz="3500"/>
              <a:t>Lab: Implementing Redux</a:t>
            </a:r>
          </a:p>
        </p:txBody>
      </p:sp>
      <p:sp>
        <p:nvSpPr>
          <p:cNvPr id="3" name="Content Placeholder 2">
            <a:extLst>
              <a:ext uri="{FF2B5EF4-FFF2-40B4-BE49-F238E27FC236}">
                <a16:creationId xmlns:a16="http://schemas.microsoft.com/office/drawing/2014/main" id="{F567F319-435D-9D99-BAD0-4F88261774C1}"/>
              </a:ext>
            </a:extLst>
          </p:cNvPr>
          <p:cNvSpPr>
            <a:spLocks noGrp="1"/>
          </p:cNvSpPr>
          <p:nvPr>
            <p:ph idx="1"/>
          </p:nvPr>
        </p:nvSpPr>
        <p:spPr>
          <a:xfrm>
            <a:off x="571351" y="2743200"/>
            <a:ext cx="3485179" cy="3613149"/>
          </a:xfrm>
        </p:spPr>
        <p:txBody>
          <a:bodyPr anchor="ctr">
            <a:normAutofit/>
          </a:bodyPr>
          <a:lstStyle/>
          <a:p>
            <a:r>
              <a:rPr lang="en-US" dirty="0"/>
              <a:t>Convert the social media app to use Redux</a:t>
            </a:r>
          </a:p>
          <a:p>
            <a:endParaRPr lang="en-US" sz="1700" dirty="0"/>
          </a:p>
        </p:txBody>
      </p:sp>
      <p:pic>
        <p:nvPicPr>
          <p:cNvPr id="5" name="Picture 4" descr="Connected lines and dots to form a network">
            <a:extLst>
              <a:ext uri="{FF2B5EF4-FFF2-40B4-BE49-F238E27FC236}">
                <a16:creationId xmlns:a16="http://schemas.microsoft.com/office/drawing/2014/main" id="{3C7DDAE1-309F-EF60-B58E-3F7FA860F43F}"/>
              </a:ext>
            </a:extLst>
          </p:cNvPr>
          <p:cNvPicPr>
            <a:picLocks noChangeAspect="1"/>
          </p:cNvPicPr>
          <p:nvPr/>
        </p:nvPicPr>
        <p:blipFill rotWithShape="1">
          <a:blip r:embed="rId2"/>
          <a:srcRect l="39898" r="22560"/>
          <a:stretch/>
        </p:blipFill>
        <p:spPr>
          <a:xfrm>
            <a:off x="4572000" y="1"/>
            <a:ext cx="4577118" cy="6858000"/>
          </a:xfrm>
          <a:prstGeom prst="rect">
            <a:avLst/>
          </a:prstGeom>
        </p:spPr>
      </p:pic>
    </p:spTree>
    <p:extLst>
      <p:ext uri="{BB962C8B-B14F-4D97-AF65-F5344CB8AC3E}">
        <p14:creationId xmlns:p14="http://schemas.microsoft.com/office/powerpoint/2010/main" val="6001748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DD12F-CC61-3047-B987-1DE2B071917A}"/>
              </a:ext>
            </a:extLst>
          </p:cNvPr>
          <p:cNvSpPr>
            <a:spLocks noGrp="1"/>
          </p:cNvSpPr>
          <p:nvPr>
            <p:ph type="title"/>
          </p:nvPr>
        </p:nvSpPr>
        <p:spPr/>
        <p:txBody>
          <a:bodyPr/>
          <a:lstStyle/>
          <a:p>
            <a:r>
              <a:rPr lang="en-US" dirty="0"/>
              <a:t>Micro Frontends</a:t>
            </a:r>
          </a:p>
        </p:txBody>
      </p:sp>
      <p:sp>
        <p:nvSpPr>
          <p:cNvPr id="3" name="Content Placeholder 2">
            <a:extLst>
              <a:ext uri="{FF2B5EF4-FFF2-40B4-BE49-F238E27FC236}">
                <a16:creationId xmlns:a16="http://schemas.microsoft.com/office/drawing/2014/main" id="{C726FFBB-4F3B-2B4A-94F8-E90B5216A24C}"/>
              </a:ext>
            </a:extLst>
          </p:cNvPr>
          <p:cNvSpPr>
            <a:spLocks noGrp="1"/>
          </p:cNvSpPr>
          <p:nvPr>
            <p:ph sz="quarter" idx="10"/>
          </p:nvPr>
        </p:nvSpPr>
        <p:spPr/>
        <p:txBody>
          <a:bodyPr/>
          <a:lstStyle/>
          <a:p>
            <a:r>
              <a:rPr lang="en-US" dirty="0"/>
              <a:t>Micro Frontends decompose frontend applications into independent units in the same way that microservices decompose the back end.</a:t>
            </a:r>
          </a:p>
          <a:p>
            <a:r>
              <a:rPr lang="en-US" dirty="0"/>
              <a:t>Gives teams the ability to independently develop, test, and deploy each micro frontend.</a:t>
            </a:r>
          </a:p>
          <a:p>
            <a:endParaRPr lang="en-US" dirty="0"/>
          </a:p>
        </p:txBody>
      </p:sp>
    </p:spTree>
    <p:extLst>
      <p:ext uri="{BB962C8B-B14F-4D97-AF65-F5344CB8AC3E}">
        <p14:creationId xmlns:p14="http://schemas.microsoft.com/office/powerpoint/2010/main" val="27200574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 to Micro-frontends</a:t>
            </a:r>
          </a:p>
        </p:txBody>
      </p:sp>
      <p:sp>
        <p:nvSpPr>
          <p:cNvPr id="3" name="Content Placeholder 2"/>
          <p:cNvSpPr>
            <a:spLocks noGrp="1"/>
          </p:cNvSpPr>
          <p:nvPr>
            <p:ph idx="1"/>
          </p:nvPr>
        </p:nvSpPr>
        <p:spPr/>
        <p:txBody>
          <a:bodyPr/>
          <a:lstStyle/>
          <a:p>
            <a:r>
              <a:rPr dirty="0"/>
              <a:t>Why consider using them?</a:t>
            </a:r>
            <a:endParaRPr lang="en-US" dirty="0"/>
          </a:p>
          <a:p>
            <a:pPr lvl="1"/>
            <a:r>
              <a:rPr lang="en-US" dirty="0"/>
              <a:t>Deploy </a:t>
            </a:r>
            <a:r>
              <a:rPr lang="en-US" dirty="0" err="1"/>
              <a:t>microfrontends</a:t>
            </a:r>
            <a:r>
              <a:rPr lang="en-US" dirty="0"/>
              <a:t> independently</a:t>
            </a:r>
          </a:p>
          <a:p>
            <a:pPr lvl="1"/>
            <a:r>
              <a:rPr lang="en-US" dirty="0"/>
              <a:t>Use multiple frameworks on the same page</a:t>
            </a:r>
          </a:p>
          <a:p>
            <a:pPr lvl="1"/>
            <a:r>
              <a:rPr lang="en-US" dirty="0"/>
              <a:t>Lazy load code for improved initial load</a:t>
            </a:r>
            <a:endParaRPr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C8ECB-1732-6D47-8660-E72E90779483}"/>
              </a:ext>
            </a:extLst>
          </p:cNvPr>
          <p:cNvSpPr>
            <a:spLocks noGrp="1"/>
          </p:cNvSpPr>
          <p:nvPr>
            <p:ph type="title"/>
          </p:nvPr>
        </p:nvSpPr>
        <p:spPr/>
        <p:txBody>
          <a:bodyPr/>
          <a:lstStyle/>
          <a:p>
            <a:r>
              <a:rPr lang="en-US" dirty="0"/>
              <a:t>React Micro Frontends</a:t>
            </a:r>
          </a:p>
        </p:txBody>
      </p:sp>
      <p:sp>
        <p:nvSpPr>
          <p:cNvPr id="3" name="Content Placeholder 2">
            <a:extLst>
              <a:ext uri="{FF2B5EF4-FFF2-40B4-BE49-F238E27FC236}">
                <a16:creationId xmlns:a16="http://schemas.microsoft.com/office/drawing/2014/main" id="{74F30C69-7F4E-8B46-B796-908C461D399A}"/>
              </a:ext>
            </a:extLst>
          </p:cNvPr>
          <p:cNvSpPr>
            <a:spLocks noGrp="1"/>
          </p:cNvSpPr>
          <p:nvPr>
            <p:ph sz="quarter" idx="10"/>
          </p:nvPr>
        </p:nvSpPr>
        <p:spPr/>
        <p:txBody>
          <a:bodyPr>
            <a:normAutofit lnSpcReduction="10000"/>
          </a:bodyPr>
          <a:lstStyle/>
          <a:p>
            <a:r>
              <a:rPr lang="en-US" dirty="0"/>
              <a:t>Challenges:</a:t>
            </a:r>
          </a:p>
          <a:p>
            <a:pPr lvl="1"/>
            <a:r>
              <a:rPr lang="en-US" dirty="0"/>
              <a:t>Overhead: Each micro frontend needs to access the same libraries, CSS, routes</a:t>
            </a:r>
          </a:p>
          <a:p>
            <a:pPr lvl="2"/>
            <a:r>
              <a:rPr lang="en-US" dirty="0"/>
              <a:t>Can create massive problem of duplication of code and poor performance</a:t>
            </a:r>
          </a:p>
          <a:p>
            <a:pPr lvl="1"/>
            <a:r>
              <a:rPr lang="en-US" dirty="0"/>
              <a:t>Cross-cutting concerns: Each frontend needs to share authentication, for example.</a:t>
            </a:r>
          </a:p>
          <a:p>
            <a:pPr lvl="1"/>
            <a:r>
              <a:rPr lang="en-US" dirty="0"/>
              <a:t>Communication between micro frontends is more complex than between components in an app.</a:t>
            </a:r>
          </a:p>
          <a:p>
            <a:pPr lvl="1"/>
            <a:endParaRPr lang="en-US" dirty="0"/>
          </a:p>
          <a:p>
            <a:pPr lvl="1"/>
            <a:endParaRPr lang="en-US" dirty="0"/>
          </a:p>
        </p:txBody>
      </p:sp>
    </p:spTree>
    <p:extLst>
      <p:ext uri="{BB962C8B-B14F-4D97-AF65-F5344CB8AC3E}">
        <p14:creationId xmlns:p14="http://schemas.microsoft.com/office/powerpoint/2010/main" val="26513215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32891-217B-284E-A294-ACB5DAD27E6E}"/>
              </a:ext>
            </a:extLst>
          </p:cNvPr>
          <p:cNvSpPr>
            <a:spLocks noGrp="1"/>
          </p:cNvSpPr>
          <p:nvPr>
            <p:ph type="title"/>
          </p:nvPr>
        </p:nvSpPr>
        <p:spPr/>
        <p:txBody>
          <a:bodyPr>
            <a:normAutofit fontScale="90000"/>
          </a:bodyPr>
          <a:lstStyle/>
          <a:p>
            <a:r>
              <a:rPr lang="en-US" dirty="0"/>
              <a:t>Common strategies for React Micro frontends</a:t>
            </a:r>
          </a:p>
        </p:txBody>
      </p:sp>
      <p:sp>
        <p:nvSpPr>
          <p:cNvPr id="3" name="Content Placeholder 2">
            <a:extLst>
              <a:ext uri="{FF2B5EF4-FFF2-40B4-BE49-F238E27FC236}">
                <a16:creationId xmlns:a16="http://schemas.microsoft.com/office/drawing/2014/main" id="{975BAD22-BDF8-5A4B-9BBB-BF3904D18514}"/>
              </a:ext>
            </a:extLst>
          </p:cNvPr>
          <p:cNvSpPr>
            <a:spLocks noGrp="1"/>
          </p:cNvSpPr>
          <p:nvPr>
            <p:ph sz="quarter" idx="10"/>
          </p:nvPr>
        </p:nvSpPr>
        <p:spPr/>
        <p:txBody>
          <a:bodyPr/>
          <a:lstStyle/>
          <a:p>
            <a:r>
              <a:rPr lang="en-US" dirty="0"/>
              <a:t>Use a container application to handle rendering and routing between the micro frontends.</a:t>
            </a:r>
          </a:p>
          <a:p>
            <a:r>
              <a:rPr lang="en-US" dirty="0"/>
              <a:t>Use a CDN to host shared frontend libraries and resources.</a:t>
            </a:r>
          </a:p>
          <a:p>
            <a:endParaRPr lang="en-US" dirty="0"/>
          </a:p>
        </p:txBody>
      </p:sp>
    </p:spTree>
    <p:extLst>
      <p:ext uri="{BB962C8B-B14F-4D97-AF65-F5344CB8AC3E}">
        <p14:creationId xmlns:p14="http://schemas.microsoft.com/office/powerpoint/2010/main" val="10280051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11DB2-DCEE-F44A-88EC-003D1F5F8ECA}"/>
              </a:ext>
            </a:extLst>
          </p:cNvPr>
          <p:cNvSpPr>
            <a:spLocks noGrp="1"/>
          </p:cNvSpPr>
          <p:nvPr>
            <p:ph type="title"/>
          </p:nvPr>
        </p:nvSpPr>
        <p:spPr/>
        <p:txBody>
          <a:bodyPr>
            <a:normAutofit fontScale="90000"/>
          </a:bodyPr>
          <a:lstStyle/>
          <a:p>
            <a:r>
              <a:rPr lang="en-US" dirty="0"/>
              <a:t>Shared State in React Micro Frontends</a:t>
            </a:r>
          </a:p>
        </p:txBody>
      </p:sp>
      <p:sp>
        <p:nvSpPr>
          <p:cNvPr id="3" name="Content Placeholder 2">
            <a:extLst>
              <a:ext uri="{FF2B5EF4-FFF2-40B4-BE49-F238E27FC236}">
                <a16:creationId xmlns:a16="http://schemas.microsoft.com/office/drawing/2014/main" id="{BADABD14-272E-384D-83ED-E9522E5D6F69}"/>
              </a:ext>
            </a:extLst>
          </p:cNvPr>
          <p:cNvSpPr>
            <a:spLocks noGrp="1"/>
          </p:cNvSpPr>
          <p:nvPr>
            <p:ph sz="quarter" idx="10"/>
          </p:nvPr>
        </p:nvSpPr>
        <p:spPr/>
        <p:txBody>
          <a:bodyPr/>
          <a:lstStyle/>
          <a:p>
            <a:r>
              <a:rPr lang="en-US" dirty="0"/>
              <a:t>Four strategies</a:t>
            </a:r>
          </a:p>
          <a:p>
            <a:pPr lvl="1"/>
            <a:r>
              <a:rPr lang="en-US" dirty="0"/>
              <a:t>Web workers</a:t>
            </a:r>
          </a:p>
          <a:p>
            <a:pPr lvl="1"/>
            <a:r>
              <a:rPr lang="en-US" dirty="0"/>
              <a:t>Props and callbacks</a:t>
            </a:r>
          </a:p>
          <a:p>
            <a:pPr lvl="1"/>
            <a:r>
              <a:rPr lang="en-US" dirty="0"/>
              <a:t>Custom events</a:t>
            </a:r>
          </a:p>
          <a:p>
            <a:pPr lvl="1"/>
            <a:r>
              <a:rPr lang="en-US" dirty="0"/>
              <a:t>Pub Sub library</a:t>
            </a:r>
          </a:p>
          <a:p>
            <a:pPr lvl="1"/>
            <a:endParaRPr lang="en-US" dirty="0"/>
          </a:p>
        </p:txBody>
      </p:sp>
    </p:spTree>
    <p:extLst>
      <p:ext uri="{BB962C8B-B14F-4D97-AF65-F5344CB8AC3E}">
        <p14:creationId xmlns:p14="http://schemas.microsoft.com/office/powerpoint/2010/main" val="34047712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Tools</a:t>
            </a:r>
            <a:r>
              <a:rPr dirty="0"/>
              <a:t> for </a:t>
            </a:r>
            <a:r>
              <a:rPr lang="en-US" dirty="0"/>
              <a:t>Implementing </a:t>
            </a:r>
            <a:r>
              <a:rPr dirty="0"/>
              <a:t>Micro-frontends</a:t>
            </a:r>
          </a:p>
        </p:txBody>
      </p:sp>
      <p:sp>
        <p:nvSpPr>
          <p:cNvPr id="3" name="Content Placeholder 2"/>
          <p:cNvSpPr>
            <a:spLocks noGrp="1"/>
          </p:cNvSpPr>
          <p:nvPr>
            <p:ph idx="1"/>
          </p:nvPr>
        </p:nvSpPr>
        <p:spPr/>
        <p:txBody>
          <a:bodyPr/>
          <a:lstStyle/>
          <a:p>
            <a:r>
              <a:rPr dirty="0" err="1"/>
              <a:t>iFrames</a:t>
            </a:r>
            <a:endParaRPr dirty="0"/>
          </a:p>
          <a:p>
            <a:r>
              <a:rPr dirty="0"/>
              <a:t>Web Components</a:t>
            </a:r>
          </a:p>
          <a:p>
            <a:r>
              <a:rPr dirty="0"/>
              <a:t>Server-Side Includes</a:t>
            </a:r>
            <a:endParaRPr lang="en-US" dirty="0"/>
          </a:p>
          <a:p>
            <a:r>
              <a:rPr lang="en-US" dirty="0"/>
              <a:t>Single SPA (single-</a:t>
            </a:r>
            <a:r>
              <a:rPr lang="en-US" dirty="0" err="1"/>
              <a:t>spa.js.org</a:t>
            </a:r>
            <a:r>
              <a:rPr lang="en-US" dirty="0"/>
              <a:t>)</a:t>
            </a:r>
          </a:p>
          <a:p>
            <a:r>
              <a:rPr lang="en-US" dirty="0"/>
              <a:t>Module Federation (Webpack 5)</a:t>
            </a:r>
          </a:p>
          <a:p>
            <a:r>
              <a:rPr lang="en-US" dirty="0" err="1"/>
              <a:t>Tailor.js</a:t>
            </a:r>
            <a:endParaRPr lang="en-US" dirty="0"/>
          </a:p>
          <a:p>
            <a:r>
              <a:rPr lang="en-US" dirty="0" err="1"/>
              <a:t>Piral</a:t>
            </a:r>
            <a:endParaRPr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AB1E55-8484-E349-8D6F-F5AD95D4ECA6}"/>
              </a:ext>
            </a:extLst>
          </p:cNvPr>
          <p:cNvSpPr>
            <a:spLocks noGrp="1"/>
          </p:cNvSpPr>
          <p:nvPr>
            <p:ph idx="1"/>
          </p:nvPr>
        </p:nvSpPr>
        <p:spPr/>
        <p:txBody>
          <a:bodyPr/>
          <a:lstStyle/>
          <a:p>
            <a:endParaRPr lang="en-US"/>
          </a:p>
        </p:txBody>
      </p:sp>
      <p:sp>
        <p:nvSpPr>
          <p:cNvPr id="4" name="Text Placeholder 3">
            <a:extLst>
              <a:ext uri="{FF2B5EF4-FFF2-40B4-BE49-F238E27FC236}">
                <a16:creationId xmlns:a16="http://schemas.microsoft.com/office/drawing/2014/main" id="{1D1E556C-DD81-194F-9470-1F61D8887DB9}"/>
              </a:ext>
            </a:extLst>
          </p:cNvPr>
          <p:cNvSpPr>
            <a:spLocks noGrp="1"/>
          </p:cNvSpPr>
          <p:nvPr>
            <p:ph type="body" sz="quarter" idx="10"/>
          </p:nvPr>
        </p:nvSpPr>
        <p:spPr/>
        <p:txBody>
          <a:bodyPr>
            <a:normAutofit fontScale="92500" lnSpcReduction="20000"/>
          </a:bodyPr>
          <a:lstStyle/>
          <a:p>
            <a:r>
              <a:rPr lang="en-US" dirty="0"/>
              <a:t>Lab:</a:t>
            </a:r>
            <a:br>
              <a:rPr lang="en-US" dirty="0"/>
            </a:br>
            <a:r>
              <a:rPr lang="en-US" dirty="0"/>
              <a:t>Micro frontends with Single SPA </a:t>
            </a:r>
          </a:p>
        </p:txBody>
      </p:sp>
      <p:sp>
        <p:nvSpPr>
          <p:cNvPr id="7" name="Content Placeholder 6">
            <a:extLst>
              <a:ext uri="{FF2B5EF4-FFF2-40B4-BE49-F238E27FC236}">
                <a16:creationId xmlns:a16="http://schemas.microsoft.com/office/drawing/2014/main" id="{83A48B3D-6955-1045-AC4B-348FEDC4860E}"/>
              </a:ext>
            </a:extLst>
          </p:cNvPr>
          <p:cNvSpPr>
            <a:spLocks noGrp="1"/>
          </p:cNvSpPr>
          <p:nvPr>
            <p:ph sz="quarter" idx="11"/>
          </p:nvPr>
        </p:nvSpPr>
        <p:spPr/>
        <p:txBody>
          <a:bodyPr/>
          <a:lstStyle/>
          <a:p>
            <a:endParaRPr lang="en-US"/>
          </a:p>
        </p:txBody>
      </p:sp>
      <p:pic>
        <p:nvPicPr>
          <p:cNvPr id="6" name="Content Placeholder 3" descr="Inventory outline">
            <a:extLst>
              <a:ext uri="{FF2B5EF4-FFF2-40B4-BE49-F238E27FC236}">
                <a16:creationId xmlns:a16="http://schemas.microsoft.com/office/drawing/2014/main" id="{F3025A57-D178-F440-9240-676924154EE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902348" y="722376"/>
            <a:ext cx="4754954" cy="4754954"/>
          </a:xfrm>
          <a:prstGeom prst="rect">
            <a:avLst/>
          </a:prstGeom>
          <a:effectLst/>
        </p:spPr>
      </p:pic>
    </p:spTree>
    <p:extLst>
      <p:ext uri="{BB962C8B-B14F-4D97-AF65-F5344CB8AC3E}">
        <p14:creationId xmlns:p14="http://schemas.microsoft.com/office/powerpoint/2010/main" val="11577720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A0834D-A06B-DAE9-EC35-9833A33CF30C}"/>
              </a:ext>
            </a:extLst>
          </p:cNvPr>
          <p:cNvSpPr>
            <a:spLocks noGrp="1"/>
          </p:cNvSpPr>
          <p:nvPr>
            <p:ph type="ctrTitle"/>
          </p:nvPr>
        </p:nvSpPr>
        <p:spPr/>
        <p:txBody>
          <a:bodyPr/>
          <a:lstStyle/>
          <a:p>
            <a:r>
              <a:rPr lang="en-US" dirty="0"/>
              <a:t>Performance Optimization</a:t>
            </a:r>
          </a:p>
        </p:txBody>
      </p:sp>
      <p:sp>
        <p:nvSpPr>
          <p:cNvPr id="5" name="Subtitle 4">
            <a:extLst>
              <a:ext uri="{FF2B5EF4-FFF2-40B4-BE49-F238E27FC236}">
                <a16:creationId xmlns:a16="http://schemas.microsoft.com/office/drawing/2014/main" id="{F523D6B5-2354-DEE7-7323-451D453A889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165436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Measuring Performance</a:t>
            </a:r>
          </a:p>
        </p:txBody>
      </p:sp>
      <p:sp>
        <p:nvSpPr>
          <p:cNvPr id="3" name="Content Placeholder 2"/>
          <p:cNvSpPr>
            <a:spLocks noGrp="1"/>
          </p:cNvSpPr>
          <p:nvPr>
            <p:ph idx="1"/>
          </p:nvPr>
        </p:nvSpPr>
        <p:spPr/>
        <p:txBody>
          <a:bodyPr/>
          <a:lstStyle/>
          <a:p>
            <a:r>
              <a:rPr dirty="0"/>
              <a:t>Lighthouse</a:t>
            </a:r>
          </a:p>
          <a:p>
            <a:r>
              <a:rPr dirty="0"/>
              <a:t>React </a:t>
            </a:r>
            <a:r>
              <a:rPr dirty="0" err="1"/>
              <a:t>DevTools</a:t>
            </a:r>
            <a:r>
              <a:rPr lang="en-US" dirty="0"/>
              <a:t> Profiler</a:t>
            </a:r>
          </a:p>
          <a:p>
            <a:r>
              <a:rPr lang="en-US" dirty="0" err="1"/>
              <a:t>reportWebVitals</a:t>
            </a:r>
            <a:r>
              <a:rPr lang="en-US" dirty="0"/>
              <a:t>();</a:t>
            </a:r>
            <a:endParaRPr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How Code Splitting Works</a:t>
            </a:r>
          </a:p>
        </p:txBody>
      </p:sp>
      <p:sp>
        <p:nvSpPr>
          <p:cNvPr id="3" name="Content Placeholder 2"/>
          <p:cNvSpPr>
            <a:spLocks noGrp="1"/>
          </p:cNvSpPr>
          <p:nvPr>
            <p:ph idx="1"/>
          </p:nvPr>
        </p:nvSpPr>
        <p:spPr/>
        <p:txBody>
          <a:bodyPr/>
          <a:lstStyle/>
          <a:p>
            <a:r>
              <a:rPr lang="en-US" b="0" i="0" dirty="0">
                <a:solidFill>
                  <a:srgbClr val="374151"/>
                </a:solidFill>
                <a:effectLst/>
                <a:latin typeface="Söhne"/>
              </a:rPr>
              <a:t>Code Splitting is a feature supported by bundlers like Webpack and </a:t>
            </a:r>
            <a:r>
              <a:rPr lang="en-US" b="0" i="0" dirty="0" err="1">
                <a:solidFill>
                  <a:srgbClr val="374151"/>
                </a:solidFill>
                <a:effectLst/>
                <a:latin typeface="Söhne"/>
              </a:rPr>
              <a:t>Browserify</a:t>
            </a:r>
            <a:r>
              <a:rPr lang="en-US" b="0" i="0" dirty="0">
                <a:solidFill>
                  <a:srgbClr val="374151"/>
                </a:solidFill>
                <a:effectLst/>
                <a:latin typeface="Söhne"/>
              </a:rPr>
              <a:t> which can create multiple bundles that can be dynamically loaded at runtime. It helps in reducing the initial load time by splitting the application into smaller chunks which are loaded as they are needed.</a:t>
            </a:r>
            <a:endParaRPr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Dynamic Imports</a:t>
            </a:r>
          </a:p>
        </p:txBody>
      </p:sp>
      <p:sp>
        <p:nvSpPr>
          <p:cNvPr id="3" name="Content Placeholder 2"/>
          <p:cNvSpPr>
            <a:spLocks noGrp="1"/>
          </p:cNvSpPr>
          <p:nvPr>
            <p:ph idx="1"/>
          </p:nvPr>
        </p:nvSpPr>
        <p:spPr/>
        <p:txBody>
          <a:bodyPr/>
          <a:lstStyle/>
          <a:p>
            <a:r>
              <a:rPr lang="en-US" dirty="0"/>
              <a:t>The import() syntax is a function-like expression that allows loading an ECMAScript module asynchronously and dynamically.</a:t>
            </a:r>
          </a:p>
          <a:p>
            <a:r>
              <a:rPr lang="en-US" dirty="0">
                <a:latin typeface="Courier New" panose="02070309020205020404" pitchFamily="49" charset="0"/>
                <a:cs typeface="Courier New" panose="02070309020205020404" pitchFamily="49" charset="0"/>
              </a:rPr>
              <a:t>import (‘./</a:t>
            </a:r>
            <a:r>
              <a:rPr lang="en-US" dirty="0" err="1">
                <a:latin typeface="Courier New" panose="02070309020205020404" pitchFamily="49" charset="0"/>
                <a:cs typeface="Courier New" panose="02070309020205020404" pitchFamily="49" charset="0"/>
              </a:rPr>
              <a:t>SomeComponent</a:t>
            </a:r>
            <a:r>
              <a:rPr lang="en-US" dirty="0">
                <a:latin typeface="Courier New" panose="02070309020205020404" pitchFamily="49" charset="0"/>
                <a:cs typeface="Courier New" panose="02070309020205020404" pitchFamily="49" charset="0"/>
              </a:rPr>
              <a:t>’)</a:t>
            </a:r>
          </a:p>
          <a:p>
            <a:r>
              <a:rPr lang="en-US" dirty="0">
                <a:cs typeface="Courier New" panose="02070309020205020404" pitchFamily="49" charset="0"/>
              </a:rPr>
              <a:t>Import declarations (import </a:t>
            </a:r>
            <a:r>
              <a:rPr lang="en-US" dirty="0" err="1">
                <a:cs typeface="Courier New" panose="02070309020205020404" pitchFamily="49" charset="0"/>
              </a:rPr>
              <a:t>SomeComponent</a:t>
            </a:r>
            <a:r>
              <a:rPr lang="en-US" dirty="0">
                <a:cs typeface="Courier New" panose="02070309020205020404" pitchFamily="49" charset="0"/>
              </a:rPr>
              <a:t> from ‘./</a:t>
            </a:r>
            <a:r>
              <a:rPr lang="en-US" dirty="0" err="1">
                <a:cs typeface="Courier New" panose="02070309020205020404" pitchFamily="49" charset="0"/>
              </a:rPr>
              <a:t>SomeComponent</a:t>
            </a:r>
            <a:r>
              <a:rPr lang="en-US" dirty="0">
                <a:cs typeface="Courier New" panose="02070309020205020404" pitchFamily="49" charset="0"/>
              </a:rPr>
              <a:t>) is static. The imported module is evaluated at load time.</a:t>
            </a:r>
            <a:endParaRPr dirty="0">
              <a:cs typeface="Courier New" panose="02070309020205020404" pitchFamily="49"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React.lazy</a:t>
            </a:r>
            <a:r>
              <a:rPr dirty="0"/>
              <a:t>() and Suspense</a:t>
            </a:r>
          </a:p>
        </p:txBody>
      </p:sp>
      <p:sp>
        <p:nvSpPr>
          <p:cNvPr id="3" name="Content Placeholder 2"/>
          <p:cNvSpPr>
            <a:spLocks noGrp="1"/>
          </p:cNvSpPr>
          <p:nvPr>
            <p:ph idx="1"/>
          </p:nvPr>
        </p:nvSpPr>
        <p:spPr/>
        <p:txBody>
          <a:bodyPr/>
          <a:lstStyle/>
          <a:p>
            <a:r>
              <a:rPr lang="en-US" dirty="0" err="1"/>
              <a:t>React.lazy</a:t>
            </a:r>
            <a:r>
              <a:rPr lang="en-US" dirty="0"/>
              <a:t>() lets you render a dynamic import as a regular component.</a:t>
            </a:r>
          </a:p>
          <a:p>
            <a:r>
              <a:rPr lang="en-US" sz="2800" dirty="0">
                <a:latin typeface="Courier New" panose="02070309020205020404" pitchFamily="49" charset="0"/>
                <a:cs typeface="Courier New" panose="02070309020205020404" pitchFamily="49" charset="0"/>
              </a:rPr>
              <a:t>const </a:t>
            </a:r>
            <a:r>
              <a:rPr lang="en-US" sz="2800" dirty="0" err="1">
                <a:latin typeface="Courier New" panose="02070309020205020404" pitchFamily="49" charset="0"/>
                <a:cs typeface="Courier New" panose="02070309020205020404" pitchFamily="49" charset="0"/>
              </a:rPr>
              <a:t>SomeComponent</a:t>
            </a:r>
            <a:r>
              <a:rPr lang="en-US" sz="2800" dirty="0">
                <a:latin typeface="Courier New" panose="02070309020205020404" pitchFamily="49" charset="0"/>
                <a:cs typeface="Courier New" panose="02070309020205020404" pitchFamily="49" charset="0"/>
              </a:rPr>
              <a:t> = lazy(() =&gt; import(‘./</a:t>
            </a:r>
            <a:r>
              <a:rPr lang="en-US" sz="2800" dirty="0" err="1">
                <a:latin typeface="Courier New" panose="02070309020205020404" pitchFamily="49" charset="0"/>
                <a:cs typeface="Courier New" panose="02070309020205020404" pitchFamily="49" charset="0"/>
              </a:rPr>
              <a:t>SomeComponent</a:t>
            </a:r>
            <a:r>
              <a:rPr lang="en-US" sz="2800" dirty="0">
                <a:latin typeface="Courier New" panose="02070309020205020404" pitchFamily="49" charset="0"/>
                <a:cs typeface="Courier New" panose="02070309020205020404" pitchFamily="49" charset="0"/>
              </a:rPr>
              <a:t>’));</a:t>
            </a:r>
          </a:p>
          <a:p>
            <a:r>
              <a:rPr lang="en-US" sz="2800" dirty="0">
                <a:cs typeface="Courier New" panose="02070309020205020404" pitchFamily="49" charset="0"/>
              </a:rPr>
              <a:t>The component won’t be loaded until it’s rendered the first time.</a:t>
            </a:r>
          </a:p>
          <a:p>
            <a:r>
              <a:rPr lang="en-US" sz="2800" dirty="0">
                <a:cs typeface="Courier New" panose="02070309020205020404" pitchFamily="49" charset="0"/>
              </a:rPr>
              <a:t>Wrap a lazy-loaded component with &lt;Suspense&gt; to specify what should display while the component is loading.</a:t>
            </a:r>
            <a:endParaRPr sz="2800" dirty="0">
              <a:cs typeface="Courier New" panose="02070309020205020404" pitchFamily="49"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Lazy &amp; Suspense Example</a:t>
            </a:r>
            <a:endParaRPr dirty="0"/>
          </a:p>
        </p:txBody>
      </p:sp>
      <p:sp>
        <p:nvSpPr>
          <p:cNvPr id="3" name="Content Placeholder 2"/>
          <p:cNvSpPr>
            <a:spLocks noGrp="1"/>
          </p:cNvSpPr>
          <p:nvPr>
            <p:ph idx="1"/>
          </p:nvPr>
        </p:nvSpPr>
        <p:spPr/>
        <p:txBody>
          <a:bodyPr>
            <a:normAutofit/>
          </a:bodyPr>
          <a:lstStyle/>
          <a:p>
            <a:pPr marL="0" indent="0">
              <a:buNone/>
            </a:pPr>
            <a:r>
              <a:rPr lang="en-US" sz="2000" dirty="0">
                <a:latin typeface="Courier New" panose="02070309020205020404" pitchFamily="49" charset="0"/>
                <a:cs typeface="Courier New" panose="02070309020205020404" pitchFamily="49" charset="0"/>
              </a:rPr>
              <a:t>const </a:t>
            </a:r>
            <a:r>
              <a:rPr lang="en-US" sz="2000" dirty="0" err="1">
                <a:latin typeface="Courier New" panose="02070309020205020404" pitchFamily="49" charset="0"/>
                <a:cs typeface="Courier New" panose="02070309020205020404" pitchFamily="49" charset="0"/>
              </a:rPr>
              <a:t>SomeComponent</a:t>
            </a:r>
            <a:r>
              <a:rPr lang="en-US" sz="2000" dirty="0">
                <a:latin typeface="Courier New" panose="02070309020205020404" pitchFamily="49" charset="0"/>
                <a:cs typeface="Courier New" panose="02070309020205020404" pitchFamily="49" charset="0"/>
              </a:rPr>
              <a:t> = </a:t>
            </a:r>
            <a:r>
              <a:rPr lang="en-US" sz="2000" dirty="0" err="1">
                <a:latin typeface="Courier New" panose="02070309020205020404" pitchFamily="49" charset="0"/>
                <a:cs typeface="Courier New" panose="02070309020205020404" pitchFamily="49" charset="0"/>
              </a:rPr>
              <a:t>React.lazy</a:t>
            </a:r>
            <a:r>
              <a:rPr lang="en-US" sz="2000" dirty="0">
                <a:latin typeface="Courier New" panose="02070309020205020404" pitchFamily="49" charset="0"/>
                <a:cs typeface="Courier New" panose="02070309020205020404" pitchFamily="49" charset="0"/>
              </a:rPr>
              <a:t>(() =&gt; import('./</a:t>
            </a:r>
            <a:r>
              <a:rPr lang="en-US" sz="2000" dirty="0" err="1">
                <a:latin typeface="Courier New" panose="02070309020205020404" pitchFamily="49" charset="0"/>
                <a:cs typeface="Courier New" panose="02070309020205020404" pitchFamily="49" charset="0"/>
              </a:rPr>
              <a:t>SomeComponent</a:t>
            </a:r>
            <a:r>
              <a:rPr lang="en-US" sz="2000" dirty="0">
                <a:latin typeface="Courier New" panose="02070309020205020404" pitchFamily="49" charset="0"/>
                <a:cs typeface="Courier New" panose="02070309020205020404" pitchFamily="49" charset="0"/>
              </a:rPr>
              <a:t>'));</a:t>
            </a:r>
          </a:p>
          <a:p>
            <a:pPr marL="0" indent="0">
              <a:buNone/>
            </a:pPr>
            <a:endParaRPr lang="en-US" sz="2000" dirty="0">
              <a:latin typeface="Courier New" panose="02070309020205020404" pitchFamily="49" charset="0"/>
              <a:cs typeface="Courier New" panose="02070309020205020404" pitchFamily="49" charset="0"/>
            </a:endParaRPr>
          </a:p>
          <a:p>
            <a:pPr marL="0" indent="0">
              <a:buNone/>
            </a:pPr>
            <a:r>
              <a:rPr lang="en-US" sz="2000" dirty="0">
                <a:latin typeface="Courier New" panose="02070309020205020404" pitchFamily="49" charset="0"/>
                <a:cs typeface="Courier New" panose="02070309020205020404" pitchFamily="49" charset="0"/>
              </a:rPr>
              <a:t>function App() {</a:t>
            </a:r>
          </a:p>
          <a:p>
            <a:pPr marL="0" indent="0">
              <a:buNone/>
            </a:pPr>
            <a:r>
              <a:rPr lang="en-US" sz="2000" dirty="0">
                <a:latin typeface="Courier New" panose="02070309020205020404" pitchFamily="49" charset="0"/>
                <a:cs typeface="Courier New" panose="02070309020205020404" pitchFamily="49" charset="0"/>
              </a:rPr>
              <a:t>  return (</a:t>
            </a:r>
          </a:p>
          <a:p>
            <a:pPr marL="0" indent="0">
              <a:buNone/>
            </a:pPr>
            <a:r>
              <a:rPr lang="en-US" sz="2000" dirty="0">
                <a:latin typeface="Courier New" panose="02070309020205020404" pitchFamily="49" charset="0"/>
                <a:cs typeface="Courier New" panose="02070309020205020404" pitchFamily="49" charset="0"/>
              </a:rPr>
              <a:t>    &lt;Suspense fallback={&lt;div&gt;Loading...&lt;/div&gt;}&gt;</a:t>
            </a:r>
          </a:p>
          <a:p>
            <a:pPr marL="0" indent="0">
              <a:buNone/>
            </a:pPr>
            <a:r>
              <a:rPr lang="en-US" sz="2000" dirty="0">
                <a:latin typeface="Courier New" panose="02070309020205020404" pitchFamily="49" charset="0"/>
                <a:cs typeface="Courier New" panose="02070309020205020404" pitchFamily="49" charset="0"/>
              </a:rPr>
              <a:t>      &lt;</a:t>
            </a:r>
            <a:r>
              <a:rPr lang="en-US" sz="2000" dirty="0" err="1">
                <a:latin typeface="Courier New" panose="02070309020205020404" pitchFamily="49" charset="0"/>
                <a:cs typeface="Courier New" panose="02070309020205020404" pitchFamily="49" charset="0"/>
              </a:rPr>
              <a:t>SomeComponent</a:t>
            </a:r>
            <a:r>
              <a:rPr lang="en-US" sz="2000" dirty="0">
                <a:latin typeface="Courier New" panose="02070309020205020404" pitchFamily="49" charset="0"/>
                <a:cs typeface="Courier New" panose="02070309020205020404" pitchFamily="49" charset="0"/>
              </a:rPr>
              <a:t> /&gt;</a:t>
            </a:r>
          </a:p>
          <a:p>
            <a:pPr marL="0" indent="0">
              <a:buNone/>
            </a:pPr>
            <a:r>
              <a:rPr lang="en-US" sz="2000" dirty="0">
                <a:latin typeface="Courier New" panose="02070309020205020404" pitchFamily="49" charset="0"/>
                <a:cs typeface="Courier New" panose="02070309020205020404" pitchFamily="49" charset="0"/>
              </a:rPr>
              <a:t>    &lt;/Suspense&gt;</a:t>
            </a:r>
          </a:p>
          <a:p>
            <a:pPr marL="0" indent="0">
              <a:buNone/>
            </a:pPr>
            <a:r>
              <a:rPr lang="en-US" sz="2000" dirty="0">
                <a:latin typeface="Courier New" panose="02070309020205020404" pitchFamily="49" charset="0"/>
                <a:cs typeface="Courier New" panose="02070309020205020404" pitchFamily="49" charset="0"/>
              </a:rPr>
              <a:t>  );</a:t>
            </a:r>
          </a:p>
          <a:p>
            <a:pPr marL="0" indent="0">
              <a:buNone/>
            </a:pPr>
            <a:r>
              <a:rPr lang="en-US" sz="2000" dirty="0">
                <a:latin typeface="Courier New" panose="02070309020205020404" pitchFamily="49" charset="0"/>
                <a:cs typeface="Courier New" panose="02070309020205020404" pitchFamily="49" charset="0"/>
              </a:rPr>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Route-based Code Splitting</a:t>
            </a:r>
            <a:endParaRPr dirty="0"/>
          </a:p>
        </p:txBody>
      </p:sp>
      <p:sp>
        <p:nvSpPr>
          <p:cNvPr id="3" name="Content Placeholder 2"/>
          <p:cNvSpPr>
            <a:spLocks noGrp="1"/>
          </p:cNvSpPr>
          <p:nvPr>
            <p:ph idx="1"/>
          </p:nvPr>
        </p:nvSpPr>
        <p:spPr/>
        <p:txBody>
          <a:bodyPr>
            <a:normAutofit fontScale="47500" lnSpcReduction="20000"/>
          </a:bodyPr>
          <a:lstStyle/>
          <a:p>
            <a:r>
              <a:rPr lang="en-US" sz="6700" dirty="0"/>
              <a:t>Delay loading components for Routes until those Routes are rendered.</a:t>
            </a:r>
          </a:p>
          <a:p>
            <a:pPr marL="0" indent="0">
              <a:buNone/>
            </a:pPr>
            <a:endParaRPr lang="en-US" dirty="0"/>
          </a:p>
          <a:p>
            <a:pPr marL="0" indent="0">
              <a:buNone/>
            </a:pPr>
            <a:r>
              <a:rPr lang="en-US" sz="3800" dirty="0">
                <a:latin typeface="Courier New" panose="02070309020205020404" pitchFamily="49" charset="0"/>
                <a:cs typeface="Courier New" panose="02070309020205020404" pitchFamily="49" charset="0"/>
              </a:rPr>
              <a:t>function App() {</a:t>
            </a:r>
          </a:p>
          <a:p>
            <a:pPr marL="0" indent="0">
              <a:buNone/>
            </a:pPr>
            <a:r>
              <a:rPr lang="en-US" sz="3800" dirty="0">
                <a:latin typeface="Courier New" panose="02070309020205020404" pitchFamily="49" charset="0"/>
                <a:cs typeface="Courier New" panose="02070309020205020404" pitchFamily="49" charset="0"/>
              </a:rPr>
              <a:t>  return (</a:t>
            </a:r>
          </a:p>
          <a:p>
            <a:pPr marL="0" indent="0">
              <a:buNone/>
            </a:pPr>
            <a:r>
              <a:rPr lang="en-US" sz="3800" dirty="0">
                <a:latin typeface="Courier New" panose="02070309020205020404" pitchFamily="49" charset="0"/>
                <a:cs typeface="Courier New" panose="02070309020205020404" pitchFamily="49" charset="0"/>
              </a:rPr>
              <a:t>    &lt;Router&gt;</a:t>
            </a:r>
          </a:p>
          <a:p>
            <a:pPr marL="0" indent="0">
              <a:buNone/>
            </a:pPr>
            <a:r>
              <a:rPr lang="en-US" sz="3800" dirty="0">
                <a:latin typeface="Courier New" panose="02070309020205020404" pitchFamily="49" charset="0"/>
                <a:cs typeface="Courier New" panose="02070309020205020404" pitchFamily="49" charset="0"/>
              </a:rPr>
              <a:t>      &lt;Suspense fallback={&lt;div&gt;Loading...&lt;/div&gt;}&gt;</a:t>
            </a:r>
          </a:p>
          <a:p>
            <a:pPr marL="0" indent="0">
              <a:buNone/>
            </a:pPr>
            <a:r>
              <a:rPr lang="en-US" sz="3800" dirty="0">
                <a:latin typeface="Courier New" panose="02070309020205020404" pitchFamily="49" charset="0"/>
                <a:cs typeface="Courier New" panose="02070309020205020404" pitchFamily="49" charset="0"/>
              </a:rPr>
              <a:t>        &lt;Routes&gt;</a:t>
            </a:r>
          </a:p>
          <a:p>
            <a:pPr marL="0" indent="0">
              <a:buNone/>
            </a:pPr>
            <a:r>
              <a:rPr lang="en-US" sz="3800" dirty="0">
                <a:latin typeface="Courier New" panose="02070309020205020404" pitchFamily="49" charset="0"/>
                <a:cs typeface="Courier New" panose="02070309020205020404" pitchFamily="49" charset="0"/>
              </a:rPr>
              <a:t>          &lt;Route exact path="/" element={&lt;Home /&gt;} /&gt;</a:t>
            </a:r>
          </a:p>
          <a:p>
            <a:pPr marL="0" indent="0">
              <a:buNone/>
            </a:pPr>
            <a:r>
              <a:rPr lang="en-US" sz="3800" dirty="0">
                <a:latin typeface="Courier New" panose="02070309020205020404" pitchFamily="49" charset="0"/>
                <a:cs typeface="Courier New" panose="02070309020205020404" pitchFamily="49" charset="0"/>
              </a:rPr>
              <a:t>          &lt;Route path="/about" element={&lt;About /&gt;} /&gt;</a:t>
            </a:r>
          </a:p>
          <a:p>
            <a:pPr marL="0" indent="0">
              <a:buNone/>
            </a:pPr>
            <a:r>
              <a:rPr lang="en-US" sz="3800" dirty="0">
                <a:latin typeface="Courier New" panose="02070309020205020404" pitchFamily="49" charset="0"/>
                <a:cs typeface="Courier New" panose="02070309020205020404" pitchFamily="49" charset="0"/>
              </a:rPr>
              <a:t>        &lt;/Routes&gt;</a:t>
            </a:r>
          </a:p>
          <a:p>
            <a:pPr marL="0" indent="0">
              <a:buNone/>
            </a:pPr>
            <a:r>
              <a:rPr lang="en-US" sz="3800" dirty="0">
                <a:latin typeface="Courier New" panose="02070309020205020404" pitchFamily="49" charset="0"/>
                <a:cs typeface="Courier New" panose="02070309020205020404" pitchFamily="49" charset="0"/>
              </a:rPr>
              <a:t>      &lt;/Suspense&gt;</a:t>
            </a:r>
          </a:p>
          <a:p>
            <a:pPr marL="0" indent="0">
              <a:buNone/>
            </a:pPr>
            <a:r>
              <a:rPr lang="en-US" sz="3800" dirty="0">
                <a:latin typeface="Courier New" panose="02070309020205020404" pitchFamily="49" charset="0"/>
                <a:cs typeface="Courier New" panose="02070309020205020404" pitchFamily="49" charset="0"/>
              </a:rPr>
              <a:t>    &lt;/Router&gt;</a:t>
            </a:r>
          </a:p>
          <a:p>
            <a:pPr marL="0" indent="0">
              <a:buNone/>
            </a:pPr>
            <a:r>
              <a:rPr lang="en-US" sz="3800" dirty="0">
                <a:latin typeface="Courier New" panose="02070309020205020404" pitchFamily="49" charset="0"/>
                <a:cs typeface="Courier New" panose="02070309020205020404" pitchFamily="49" charset="0"/>
              </a:rPr>
              <a:t>  );</a:t>
            </a:r>
          </a:p>
          <a:p>
            <a:pPr marL="0" indent="0">
              <a:buNone/>
            </a:pPr>
            <a:r>
              <a:rPr lang="en-US" sz="3800" dirty="0">
                <a:latin typeface="Courier New" panose="02070309020205020404" pitchFamily="49" charset="0"/>
                <a:cs typeface="Courier New" panose="02070309020205020404" pitchFamily="49" charset="0"/>
              </a:rPr>
              <a:t>}</a:t>
            </a:r>
          </a:p>
          <a:p>
            <a:endParaRPr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Performance Optimization in Class Components</a:t>
            </a:r>
          </a:p>
        </p:txBody>
      </p:sp>
      <p:sp>
        <p:nvSpPr>
          <p:cNvPr id="3" name="Content Placeholder 2"/>
          <p:cNvSpPr>
            <a:spLocks noGrp="1"/>
          </p:cNvSpPr>
          <p:nvPr>
            <p:ph idx="1"/>
          </p:nvPr>
        </p:nvSpPr>
        <p:spPr/>
        <p:txBody>
          <a:bodyPr/>
          <a:lstStyle/>
          <a:p>
            <a:r>
              <a:rPr b="1" dirty="0" err="1"/>
              <a:t>shouldComponentUpdate</a:t>
            </a:r>
            <a:r>
              <a:rPr lang="en-US" b="1" dirty="0"/>
              <a:t>(). </a:t>
            </a:r>
            <a:r>
              <a:rPr lang="en-US" dirty="0"/>
              <a:t>Returning false from this lifecycle method will skip render().</a:t>
            </a:r>
          </a:p>
          <a:p>
            <a:r>
              <a:rPr b="1" dirty="0" err="1"/>
              <a:t>PureComponent</a:t>
            </a:r>
            <a:r>
              <a:rPr lang="en-US" dirty="0"/>
              <a:t>. Extend (instead of </a:t>
            </a:r>
            <a:r>
              <a:rPr lang="en-US" dirty="0" err="1"/>
              <a:t>React.Component</a:t>
            </a:r>
            <a:r>
              <a:rPr lang="en-US" dirty="0"/>
              <a:t>) to indicate that a component’s output is wholly dependent on its props (it’s “pure”). Render will be skipped if props are the same.</a:t>
            </a:r>
            <a:endParaRPr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Performance Optimization in </a:t>
            </a:r>
            <a:r>
              <a:rPr lang="en-US" dirty="0"/>
              <a:t>Functions</a:t>
            </a:r>
            <a:endParaRPr dirty="0"/>
          </a:p>
        </p:txBody>
      </p:sp>
      <p:sp>
        <p:nvSpPr>
          <p:cNvPr id="3" name="Content Placeholder 2"/>
          <p:cNvSpPr>
            <a:spLocks noGrp="1"/>
          </p:cNvSpPr>
          <p:nvPr>
            <p:ph idx="1"/>
          </p:nvPr>
        </p:nvSpPr>
        <p:spPr/>
        <p:txBody>
          <a:bodyPr/>
          <a:lstStyle/>
          <a:p>
            <a:r>
              <a:rPr dirty="0" err="1"/>
              <a:t>useMemo</a:t>
            </a:r>
            <a:r>
              <a:rPr lang="en-US" dirty="0"/>
              <a:t> memorizes values. Use it to memorize the output of expensive calculations.</a:t>
            </a:r>
          </a:p>
          <a:p>
            <a:r>
              <a:rPr dirty="0" err="1"/>
              <a:t>useCallback</a:t>
            </a:r>
            <a:r>
              <a:rPr lang="en-US" dirty="0"/>
              <a:t> memorizes functions. Use it to avoid unnecessary renders.</a:t>
            </a:r>
          </a:p>
          <a:p>
            <a:r>
              <a:rPr lang="en-US" dirty="0" err="1"/>
              <a:t>React.memo</a:t>
            </a:r>
            <a:r>
              <a:rPr lang="en-US" dirty="0"/>
              <a:t>: pass function components to </a:t>
            </a:r>
            <a:r>
              <a:rPr lang="en-US" dirty="0" err="1"/>
              <a:t>React.memo</a:t>
            </a:r>
            <a:r>
              <a:rPr lang="en-US" dirty="0"/>
              <a:t>() to cause them to skip re-rendering if the props passed are unchanged.</a:t>
            </a:r>
          </a:p>
          <a:p>
            <a:endParaRPr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4FEE1-BD8D-9192-1C1B-85B9DE8B3F3F}"/>
              </a:ext>
            </a:extLst>
          </p:cNvPr>
          <p:cNvSpPr>
            <a:spLocks noGrp="1"/>
          </p:cNvSpPr>
          <p:nvPr>
            <p:ph type="title"/>
          </p:nvPr>
        </p:nvSpPr>
        <p:spPr/>
        <p:txBody>
          <a:bodyPr>
            <a:normAutofit/>
          </a:bodyPr>
          <a:lstStyle/>
          <a:p>
            <a:r>
              <a:rPr lang="en-US" dirty="0"/>
              <a:t>Batching Updates</a:t>
            </a:r>
          </a:p>
        </p:txBody>
      </p:sp>
      <p:sp>
        <p:nvSpPr>
          <p:cNvPr id="3" name="Content Placeholder 2">
            <a:extLst>
              <a:ext uri="{FF2B5EF4-FFF2-40B4-BE49-F238E27FC236}">
                <a16:creationId xmlns:a16="http://schemas.microsoft.com/office/drawing/2014/main" id="{6566C7D6-5E8E-601D-FE0F-F6A4ACB85B3A}"/>
              </a:ext>
            </a:extLst>
          </p:cNvPr>
          <p:cNvSpPr>
            <a:spLocks noGrp="1"/>
          </p:cNvSpPr>
          <p:nvPr>
            <p:ph idx="1"/>
          </p:nvPr>
        </p:nvSpPr>
        <p:spPr/>
        <p:txBody>
          <a:bodyPr>
            <a:normAutofit lnSpcReduction="10000"/>
          </a:bodyPr>
          <a:lstStyle/>
          <a:p>
            <a:r>
              <a:rPr lang="en-US" dirty="0"/>
              <a:t>Avoid extra renders by taking advantage of state’s asynchronous nature.</a:t>
            </a:r>
          </a:p>
          <a:p>
            <a:pPr marL="0" indent="0">
              <a:buNone/>
            </a:pPr>
            <a:r>
              <a:rPr lang="en-US" sz="2200" dirty="0">
                <a:latin typeface="Courier New" panose="02070309020205020404" pitchFamily="49" charset="0"/>
                <a:cs typeface="Courier New" panose="02070309020205020404" pitchFamily="49" charset="0"/>
              </a:rPr>
              <a:t>const </a:t>
            </a:r>
            <a:r>
              <a:rPr lang="en-US" sz="2200" dirty="0" err="1">
                <a:latin typeface="Courier New" panose="02070309020205020404" pitchFamily="49" charset="0"/>
                <a:cs typeface="Courier New" panose="02070309020205020404" pitchFamily="49" charset="0"/>
              </a:rPr>
              <a:t>handleUpdate</a:t>
            </a:r>
            <a:r>
              <a:rPr lang="en-US" sz="2200" dirty="0">
                <a:latin typeface="Courier New" panose="02070309020205020404" pitchFamily="49" charset="0"/>
                <a:cs typeface="Courier New" panose="02070309020205020404" pitchFamily="49" charset="0"/>
              </a:rPr>
              <a:t> = () =&gt; {</a:t>
            </a:r>
          </a:p>
          <a:p>
            <a:pPr marL="0" indent="0">
              <a:buNone/>
            </a:pP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setState</a:t>
            </a:r>
            <a:r>
              <a:rPr lang="en-US" sz="2200" dirty="0">
                <a:latin typeface="Courier New" panose="02070309020205020404" pitchFamily="49" charset="0"/>
                <a:cs typeface="Courier New" panose="02070309020205020404" pitchFamily="49" charset="0"/>
              </a:rPr>
              <a:t>(</a:t>
            </a:r>
            <a:r>
              <a:rPr lang="en-US" sz="2200" dirty="0" err="1">
                <a:latin typeface="Courier New" panose="02070309020205020404" pitchFamily="49" charset="0"/>
                <a:cs typeface="Courier New" panose="02070309020205020404" pitchFamily="49" charset="0"/>
              </a:rPr>
              <a:t>prevState</a:t>
            </a:r>
            <a:r>
              <a:rPr lang="en-US" sz="2200" dirty="0">
                <a:latin typeface="Courier New" panose="02070309020205020404" pitchFamily="49" charset="0"/>
                <a:cs typeface="Courier New" panose="02070309020205020404" pitchFamily="49" charset="0"/>
              </a:rPr>
              <a:t> =&gt; ({</a:t>
            </a:r>
          </a:p>
          <a:p>
            <a:pPr marL="0" indent="0">
              <a:buNone/>
            </a:pP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prevState</a:t>
            </a:r>
            <a:r>
              <a:rPr lang="en-US" sz="2200" dirty="0">
                <a:latin typeface="Courier New" panose="02070309020205020404" pitchFamily="49" charset="0"/>
                <a:cs typeface="Courier New" panose="02070309020205020404" pitchFamily="49" charset="0"/>
              </a:rPr>
              <a:t>, count1: prevState.count1 + 1</a:t>
            </a:r>
          </a:p>
          <a:p>
            <a:pPr marL="0" indent="0">
              <a:buNone/>
            </a:pPr>
            <a:r>
              <a:rPr lang="en-US" sz="2200" dirty="0">
                <a:latin typeface="Courier New" panose="02070309020205020404" pitchFamily="49" charset="0"/>
                <a:cs typeface="Courier New" panose="02070309020205020404" pitchFamily="49" charset="0"/>
              </a:rPr>
              <a:t>  }));</a:t>
            </a:r>
          </a:p>
          <a:p>
            <a:pPr marL="0" indent="0">
              <a:buNone/>
            </a:pP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setState</a:t>
            </a:r>
            <a:r>
              <a:rPr lang="en-US" sz="2200" dirty="0">
                <a:latin typeface="Courier New" panose="02070309020205020404" pitchFamily="49" charset="0"/>
                <a:cs typeface="Courier New" panose="02070309020205020404" pitchFamily="49" charset="0"/>
              </a:rPr>
              <a:t>(</a:t>
            </a:r>
            <a:r>
              <a:rPr lang="en-US" sz="2200" dirty="0" err="1">
                <a:latin typeface="Courier New" panose="02070309020205020404" pitchFamily="49" charset="0"/>
                <a:cs typeface="Courier New" panose="02070309020205020404" pitchFamily="49" charset="0"/>
              </a:rPr>
              <a:t>prevState</a:t>
            </a:r>
            <a:r>
              <a:rPr lang="en-US" sz="2200" dirty="0">
                <a:latin typeface="Courier New" panose="02070309020205020404" pitchFamily="49" charset="0"/>
                <a:cs typeface="Courier New" panose="02070309020205020404" pitchFamily="49" charset="0"/>
              </a:rPr>
              <a:t> =&gt; ({</a:t>
            </a:r>
          </a:p>
          <a:p>
            <a:pPr marL="0" indent="0">
              <a:buNone/>
            </a:pP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prevState</a:t>
            </a:r>
            <a:r>
              <a:rPr lang="en-US" sz="2200" dirty="0">
                <a:latin typeface="Courier New" panose="02070309020205020404" pitchFamily="49" charset="0"/>
                <a:cs typeface="Courier New" panose="02070309020205020404" pitchFamily="49" charset="0"/>
              </a:rPr>
              <a:t>, count2: prevState.count2 + 1</a:t>
            </a:r>
          </a:p>
          <a:p>
            <a:pPr marL="0" indent="0">
              <a:buNone/>
            </a:pPr>
            <a:r>
              <a:rPr lang="en-US" sz="2200" dirty="0">
                <a:latin typeface="Courier New" panose="02070309020205020404" pitchFamily="49" charset="0"/>
                <a:cs typeface="Courier New" panose="02070309020205020404" pitchFamily="49" charset="0"/>
              </a:rPr>
              <a:t>  }));</a:t>
            </a:r>
          </a:p>
          <a:p>
            <a:pPr marL="0" indent="0">
              <a:buNone/>
            </a:pPr>
            <a:r>
              <a:rPr lang="en-US" sz="2200" dirty="0">
                <a:latin typeface="Courier New" panose="02070309020205020404" pitchFamily="49" charset="0"/>
                <a:cs typeface="Courier New" panose="02070309020205020404" pitchFamily="49" charset="0"/>
              </a:rPr>
              <a:t>}</a:t>
            </a:r>
          </a:p>
          <a:p>
            <a:r>
              <a:rPr lang="en-US" sz="2200" dirty="0">
                <a:cs typeface="Courier New" panose="02070309020205020404" pitchFamily="49" charset="0"/>
              </a:rPr>
              <a:t>Starting with React 18, React automatically batches updates.</a:t>
            </a:r>
          </a:p>
          <a:p>
            <a:endParaRPr lang="en-US" dirty="0"/>
          </a:p>
        </p:txBody>
      </p:sp>
    </p:spTree>
    <p:extLst>
      <p:ext uri="{BB962C8B-B14F-4D97-AF65-F5344CB8AC3E}">
        <p14:creationId xmlns:p14="http://schemas.microsoft.com/office/powerpoint/2010/main" val="22978554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5A9F9-2B9A-803D-C9E7-0458CE48B601}"/>
              </a:ext>
            </a:extLst>
          </p:cNvPr>
          <p:cNvSpPr>
            <a:spLocks noGrp="1"/>
          </p:cNvSpPr>
          <p:nvPr>
            <p:ph type="title"/>
          </p:nvPr>
        </p:nvSpPr>
        <p:spPr/>
        <p:txBody>
          <a:bodyPr>
            <a:normAutofit/>
          </a:bodyPr>
          <a:lstStyle/>
          <a:p>
            <a:r>
              <a:rPr lang="en-US" dirty="0"/>
              <a:t>Lazy Initialization</a:t>
            </a:r>
          </a:p>
        </p:txBody>
      </p:sp>
      <p:sp>
        <p:nvSpPr>
          <p:cNvPr id="3" name="Content Placeholder 2">
            <a:extLst>
              <a:ext uri="{FF2B5EF4-FFF2-40B4-BE49-F238E27FC236}">
                <a16:creationId xmlns:a16="http://schemas.microsoft.com/office/drawing/2014/main" id="{D6BFD194-CD66-9092-8FE3-FEDBB2C7AD22}"/>
              </a:ext>
            </a:extLst>
          </p:cNvPr>
          <p:cNvSpPr>
            <a:spLocks noGrp="1"/>
          </p:cNvSpPr>
          <p:nvPr>
            <p:ph idx="1"/>
          </p:nvPr>
        </p:nvSpPr>
        <p:spPr/>
        <p:txBody>
          <a:bodyPr>
            <a:normAutofit lnSpcReduction="10000"/>
          </a:bodyPr>
          <a:lstStyle/>
          <a:p>
            <a:r>
              <a:rPr lang="en-US" dirty="0"/>
              <a:t>Avoids recalculating or </a:t>
            </a:r>
            <a:r>
              <a:rPr lang="en-US" dirty="0" err="1"/>
              <a:t>refetching</a:t>
            </a:r>
            <a:r>
              <a:rPr lang="en-US" dirty="0"/>
              <a:t> initial state on every render.</a:t>
            </a:r>
          </a:p>
          <a:p>
            <a:r>
              <a:rPr lang="en-US" dirty="0"/>
              <a:t>Instead of:</a:t>
            </a:r>
          </a:p>
          <a:p>
            <a:pPr lvl="1"/>
            <a:r>
              <a:rPr lang="en-US" dirty="0"/>
              <a:t>const </a:t>
            </a:r>
            <a:r>
              <a:rPr lang="en-US" dirty="0" err="1"/>
              <a:t>initialState</a:t>
            </a:r>
            <a:r>
              <a:rPr lang="en-US" dirty="0"/>
              <a:t> = </a:t>
            </a:r>
            <a:r>
              <a:rPr lang="en-US" dirty="0" err="1"/>
              <a:t>expensiveCalculation</a:t>
            </a:r>
            <a:r>
              <a:rPr lang="en-US" dirty="0"/>
              <a:t>(props)</a:t>
            </a:r>
          </a:p>
          <a:p>
            <a:pPr lvl="1"/>
            <a:r>
              <a:rPr lang="en-US" dirty="0"/>
              <a:t>const [state, </a:t>
            </a:r>
            <a:r>
              <a:rPr lang="en-US" dirty="0" err="1"/>
              <a:t>setState</a:t>
            </a:r>
            <a:r>
              <a:rPr lang="en-US" dirty="0"/>
              <a:t>] = </a:t>
            </a:r>
            <a:r>
              <a:rPr lang="en-US" dirty="0" err="1"/>
              <a:t>useState</a:t>
            </a:r>
            <a:r>
              <a:rPr lang="en-US" dirty="0"/>
              <a:t>(</a:t>
            </a:r>
            <a:r>
              <a:rPr lang="en-US" dirty="0" err="1"/>
              <a:t>initialState</a:t>
            </a:r>
            <a:r>
              <a:rPr lang="en-US" dirty="0"/>
              <a:t>);</a:t>
            </a:r>
          </a:p>
          <a:p>
            <a:r>
              <a:rPr lang="en-US" dirty="0"/>
              <a:t>Do this:</a:t>
            </a:r>
          </a:p>
          <a:p>
            <a:pPr lvl="1"/>
            <a:r>
              <a:rPr lang="en-US" dirty="0"/>
              <a:t>const </a:t>
            </a:r>
            <a:r>
              <a:rPr lang="en-US" dirty="0" err="1"/>
              <a:t>getInitialState</a:t>
            </a:r>
            <a:r>
              <a:rPr lang="en-US" dirty="0"/>
              <a:t> = () =&gt; </a:t>
            </a:r>
            <a:r>
              <a:rPr lang="en-US" dirty="0" err="1"/>
              <a:t>window.localStorage.getItem</a:t>
            </a:r>
            <a:r>
              <a:rPr lang="en-US" dirty="0"/>
              <a:t>(‘state’);</a:t>
            </a:r>
          </a:p>
          <a:p>
            <a:pPr lvl="1"/>
            <a:r>
              <a:rPr lang="en-US" dirty="0"/>
              <a:t>const [state, </a:t>
            </a:r>
            <a:r>
              <a:rPr lang="en-US" dirty="0" err="1"/>
              <a:t>setState</a:t>
            </a:r>
            <a:r>
              <a:rPr lang="en-US" dirty="0"/>
              <a:t>] = </a:t>
            </a:r>
            <a:r>
              <a:rPr lang="en-US" dirty="0" err="1"/>
              <a:t>useState</a:t>
            </a:r>
            <a:r>
              <a:rPr lang="en-US" dirty="0"/>
              <a:t>(</a:t>
            </a:r>
            <a:r>
              <a:rPr lang="en-US" dirty="0" err="1"/>
              <a:t>getInitialState</a:t>
            </a:r>
            <a:r>
              <a:rPr lang="en-US" dirty="0"/>
              <a:t>);</a:t>
            </a:r>
          </a:p>
        </p:txBody>
      </p:sp>
    </p:spTree>
    <p:extLst>
      <p:ext uri="{BB962C8B-B14F-4D97-AF65-F5344CB8AC3E}">
        <p14:creationId xmlns:p14="http://schemas.microsoft.com/office/powerpoint/2010/main" val="80702860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 Fetching </a:t>
            </a:r>
            <a:r>
              <a:rPr lang="en-US" dirty="0"/>
              <a:t>Libraries / Hooks</a:t>
            </a:r>
            <a:endParaRPr dirty="0"/>
          </a:p>
        </p:txBody>
      </p:sp>
      <p:sp>
        <p:nvSpPr>
          <p:cNvPr id="3" name="Content Placeholder 2"/>
          <p:cNvSpPr>
            <a:spLocks noGrp="1"/>
          </p:cNvSpPr>
          <p:nvPr>
            <p:ph idx="1"/>
          </p:nvPr>
        </p:nvSpPr>
        <p:spPr/>
        <p:txBody>
          <a:bodyPr/>
          <a:lstStyle/>
          <a:p>
            <a:r>
              <a:rPr dirty="0"/>
              <a:t>SWR</a:t>
            </a:r>
          </a:p>
          <a:p>
            <a:r>
              <a:rPr dirty="0"/>
              <a:t>React Query</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Web Workers</a:t>
            </a:r>
          </a:p>
        </p:txBody>
      </p:sp>
      <p:sp>
        <p:nvSpPr>
          <p:cNvPr id="3" name="Content Placeholder 2"/>
          <p:cNvSpPr>
            <a:spLocks noGrp="1"/>
          </p:cNvSpPr>
          <p:nvPr>
            <p:ph idx="1"/>
          </p:nvPr>
        </p:nvSpPr>
        <p:spPr/>
        <p:txBody>
          <a:bodyPr/>
          <a:lstStyle/>
          <a:p>
            <a:r>
              <a:rPr dirty="0"/>
              <a:t>Off-the-main-thread calculations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Use </a:t>
            </a:r>
            <a:r>
              <a:rPr dirty="0"/>
              <a:t>Throttling</a:t>
            </a:r>
            <a:r>
              <a:rPr lang="en-US" dirty="0"/>
              <a:t> to Limit Event Handlers</a:t>
            </a:r>
            <a:endParaRPr dirty="0"/>
          </a:p>
        </p:txBody>
      </p:sp>
      <p:sp>
        <p:nvSpPr>
          <p:cNvPr id="3" name="Content Placeholder 2"/>
          <p:cNvSpPr>
            <a:spLocks noGrp="1"/>
          </p:cNvSpPr>
          <p:nvPr>
            <p:ph idx="1"/>
          </p:nvPr>
        </p:nvSpPr>
        <p:spPr/>
        <p:txBody>
          <a:bodyPr>
            <a:normAutofit/>
          </a:bodyPr>
          <a:lstStyle/>
          <a:p>
            <a:r>
              <a:rPr lang="en-US" dirty="0"/>
              <a:t>Throttling is used to create a throttled function that can only call the </a:t>
            </a:r>
            <a:r>
              <a:rPr lang="en-US" dirty="0" err="1"/>
              <a:t>func</a:t>
            </a:r>
            <a:r>
              <a:rPr lang="en-US" dirty="0"/>
              <a:t> parameter once per every wait milliseconds.</a:t>
            </a:r>
          </a:p>
          <a:p>
            <a:r>
              <a:rPr lang="en-US" dirty="0"/>
              <a:t>import React, { </a:t>
            </a:r>
            <a:r>
              <a:rPr lang="en-US" dirty="0" err="1"/>
              <a:t>useEffect</a:t>
            </a:r>
            <a:r>
              <a:rPr lang="en-US" dirty="0"/>
              <a:t> } from 'react';</a:t>
            </a:r>
          </a:p>
          <a:p>
            <a:r>
              <a:rPr lang="en-US" dirty="0"/>
              <a:t>import { throttle } from '</a:t>
            </a:r>
            <a:r>
              <a:rPr lang="en-US" dirty="0" err="1"/>
              <a:t>lodash</a:t>
            </a:r>
            <a:r>
              <a:rPr lang="en-US" dirty="0"/>
              <a:t>';</a:t>
            </a:r>
          </a:p>
          <a:p>
            <a:endParaRPr lang="en-US" dirty="0"/>
          </a:p>
          <a:p>
            <a:r>
              <a:rPr lang="en-US" dirty="0">
                <a:hlinkClick r:id="rId3"/>
              </a:rPr>
              <a:t>https://</a:t>
            </a:r>
            <a:r>
              <a:rPr lang="en-US" dirty="0" err="1">
                <a:hlinkClick r:id="rId3"/>
              </a:rPr>
              <a:t>codesandbox.io</a:t>
            </a:r>
            <a:r>
              <a:rPr lang="en-US" dirty="0">
                <a:hlinkClick r:id="rId3"/>
              </a:rPr>
              <a:t>/s/throttling-dr695r?file=/</a:t>
            </a:r>
            <a:r>
              <a:rPr lang="en-US" dirty="0" err="1">
                <a:hlinkClick r:id="rId3"/>
              </a:rPr>
              <a:t>src</a:t>
            </a:r>
            <a:r>
              <a:rPr lang="en-US" dirty="0">
                <a:hlinkClick r:id="rId3"/>
              </a:rPr>
              <a:t>/</a:t>
            </a:r>
            <a:r>
              <a:rPr lang="en-US" dirty="0" err="1">
                <a:hlinkClick r:id="rId3"/>
              </a:rPr>
              <a:t>ThrottlingExample.js</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4C5D6-2407-663C-7185-BDCA131FD502}"/>
              </a:ext>
            </a:extLst>
          </p:cNvPr>
          <p:cNvSpPr>
            <a:spLocks noGrp="1"/>
          </p:cNvSpPr>
          <p:nvPr>
            <p:ph type="title"/>
          </p:nvPr>
        </p:nvSpPr>
        <p:spPr/>
        <p:txBody>
          <a:bodyPr/>
          <a:lstStyle/>
          <a:p>
            <a:r>
              <a:rPr lang="en-US" dirty="0"/>
              <a:t>Debouncing</a:t>
            </a:r>
          </a:p>
        </p:txBody>
      </p:sp>
      <p:sp>
        <p:nvSpPr>
          <p:cNvPr id="3" name="Content Placeholder 2">
            <a:extLst>
              <a:ext uri="{FF2B5EF4-FFF2-40B4-BE49-F238E27FC236}">
                <a16:creationId xmlns:a16="http://schemas.microsoft.com/office/drawing/2014/main" id="{458EC596-84A2-93F3-453F-EDFB10BB0AC0}"/>
              </a:ext>
            </a:extLst>
          </p:cNvPr>
          <p:cNvSpPr>
            <a:spLocks noGrp="1"/>
          </p:cNvSpPr>
          <p:nvPr>
            <p:ph idx="1"/>
          </p:nvPr>
        </p:nvSpPr>
        <p:spPr/>
        <p:txBody>
          <a:bodyPr/>
          <a:lstStyle/>
          <a:p>
            <a:r>
              <a:rPr lang="en-US" dirty="0"/>
              <a:t>The </a:t>
            </a:r>
            <a:r>
              <a:rPr lang="en-US" dirty="0" err="1"/>
              <a:t>Lodash</a:t>
            </a:r>
            <a:r>
              <a:rPr lang="en-US" dirty="0"/>
              <a:t> debounce function returns a debounced function that will execute a function after X milliseconds pass since its last execution.</a:t>
            </a:r>
          </a:p>
          <a:p>
            <a:r>
              <a:rPr lang="en-US" dirty="0"/>
              <a:t>Use for limiting API requests.</a:t>
            </a:r>
          </a:p>
          <a:p>
            <a:r>
              <a:rPr lang="en-US" dirty="0">
                <a:hlinkClick r:id="rId2"/>
              </a:rPr>
              <a:t>https://</a:t>
            </a:r>
            <a:r>
              <a:rPr lang="en-US" dirty="0" err="1">
                <a:hlinkClick r:id="rId2"/>
              </a:rPr>
              <a:t>codesandbox.io</a:t>
            </a:r>
            <a:r>
              <a:rPr lang="en-US" dirty="0">
                <a:hlinkClick r:id="rId2"/>
              </a:rPr>
              <a:t>/s/throttling-dr695r?file=/</a:t>
            </a:r>
            <a:r>
              <a:rPr lang="en-US" dirty="0" err="1">
                <a:hlinkClick r:id="rId2"/>
              </a:rPr>
              <a:t>src</a:t>
            </a:r>
            <a:r>
              <a:rPr lang="en-US" dirty="0">
                <a:hlinkClick r:id="rId2"/>
              </a:rPr>
              <a:t>/</a:t>
            </a:r>
            <a:r>
              <a:rPr lang="en-US" dirty="0" err="1">
                <a:hlinkClick r:id="rId2"/>
              </a:rPr>
              <a:t>DebouncingExample.js</a:t>
            </a:r>
            <a:endParaRPr lang="en-US" dirty="0"/>
          </a:p>
        </p:txBody>
      </p:sp>
    </p:spTree>
    <p:extLst>
      <p:ext uri="{BB962C8B-B14F-4D97-AF65-F5344CB8AC3E}">
        <p14:creationId xmlns:p14="http://schemas.microsoft.com/office/powerpoint/2010/main" val="3649322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Introduction to Server-Side Rendering</a:t>
            </a:r>
          </a:p>
        </p:txBody>
      </p:sp>
      <p:sp>
        <p:nvSpPr>
          <p:cNvPr id="3" name="Content Placeholder 2"/>
          <p:cNvSpPr>
            <a:spLocks noGrp="1"/>
          </p:cNvSpPr>
          <p:nvPr>
            <p:ph idx="1"/>
          </p:nvPr>
        </p:nvSpPr>
        <p:spPr/>
        <p:txBody>
          <a:bodyPr/>
          <a:lstStyle/>
          <a:p>
            <a:r>
              <a:rPr dirty="0"/>
              <a:t>What is SSR?</a:t>
            </a:r>
          </a:p>
          <a:p>
            <a:r>
              <a:rPr dirty="0"/>
              <a:t>Why is it important?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Client-Side Rendering vs Server-Side Rendering</a:t>
            </a:r>
          </a:p>
        </p:txBody>
      </p:sp>
      <p:sp>
        <p:nvSpPr>
          <p:cNvPr id="3" name="Content Placeholder 2"/>
          <p:cNvSpPr>
            <a:spLocks noGrp="1"/>
          </p:cNvSpPr>
          <p:nvPr>
            <p:ph idx="1"/>
          </p:nvPr>
        </p:nvSpPr>
        <p:spPr/>
        <p:txBody>
          <a:bodyPr/>
          <a:lstStyle/>
          <a:p>
            <a:r>
              <a:rPr dirty="0"/>
              <a:t>Key differences</a:t>
            </a:r>
          </a:p>
          <a:p>
            <a:r>
              <a:rPr dirty="0"/>
              <a:t>Pros and Cons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How SSR Works</a:t>
            </a:r>
            <a:r>
              <a:rPr lang="en-US" dirty="0"/>
              <a:t> (&lt; React 18)</a:t>
            </a:r>
            <a:endParaRPr dirty="0"/>
          </a:p>
        </p:txBody>
      </p:sp>
      <p:sp>
        <p:nvSpPr>
          <p:cNvPr id="3" name="Content Placeholder 2"/>
          <p:cNvSpPr>
            <a:spLocks noGrp="1"/>
          </p:cNvSpPr>
          <p:nvPr>
            <p:ph idx="1"/>
          </p:nvPr>
        </p:nvSpPr>
        <p:spPr/>
        <p:txBody>
          <a:bodyPr/>
          <a:lstStyle/>
          <a:p>
            <a:r>
              <a:rPr dirty="0"/>
              <a:t>Process</a:t>
            </a:r>
          </a:p>
          <a:p>
            <a:r>
              <a:rPr dirty="0"/>
              <a:t>Diagrammatic representation</a:t>
            </a:r>
          </a:p>
        </p:txBody>
      </p:sp>
      <p:pic>
        <p:nvPicPr>
          <p:cNvPr id="1026" name="Picture 2" descr="A diagram of How Server-Side Rendering (SSR) worked before React 18. ">
            <a:extLst>
              <a:ext uri="{FF2B5EF4-FFF2-40B4-BE49-F238E27FC236}">
                <a16:creationId xmlns:a16="http://schemas.microsoft.com/office/drawing/2014/main" id="{6A809430-8E24-C7A6-B9C1-4E4CFC40A1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97000"/>
            <a:ext cx="9144000" cy="4064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437FA-839C-31FE-45D7-22932F8F6FE8}"/>
              </a:ext>
            </a:extLst>
          </p:cNvPr>
          <p:cNvSpPr>
            <a:spLocks noGrp="1"/>
          </p:cNvSpPr>
          <p:nvPr>
            <p:ph type="title"/>
          </p:nvPr>
        </p:nvSpPr>
        <p:spPr/>
        <p:txBody>
          <a:bodyPr/>
          <a:lstStyle/>
          <a:p>
            <a:r>
              <a:rPr lang="en-US" dirty="0"/>
              <a:t>How SSR works in React 18</a:t>
            </a:r>
          </a:p>
        </p:txBody>
      </p:sp>
      <p:pic>
        <p:nvPicPr>
          <p:cNvPr id="2050" name="Picture 2" descr="How partial renders with server-side rendering works in React 18. ">
            <a:extLst>
              <a:ext uri="{FF2B5EF4-FFF2-40B4-BE49-F238E27FC236}">
                <a16:creationId xmlns:a16="http://schemas.microsoft.com/office/drawing/2014/main" id="{7B9A57EA-D515-2909-EA4A-20B7186D31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7528" y="1600200"/>
            <a:ext cx="6788944"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31299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9D0A1-13A2-DC1D-93CB-D4D04044D40C}"/>
              </a:ext>
            </a:extLst>
          </p:cNvPr>
          <p:cNvSpPr>
            <a:spLocks noGrp="1"/>
          </p:cNvSpPr>
          <p:nvPr>
            <p:ph type="title"/>
          </p:nvPr>
        </p:nvSpPr>
        <p:spPr>
          <a:xfrm>
            <a:off x="4942996" y="4267832"/>
            <a:ext cx="3604497" cy="1297115"/>
          </a:xfrm>
        </p:spPr>
        <p:txBody>
          <a:bodyPr vert="horz" lIns="91440" tIns="45720" rIns="91440" bIns="45720" rtlCol="0" anchor="t">
            <a:normAutofit/>
          </a:bodyPr>
          <a:lstStyle/>
          <a:p>
            <a:pPr algn="l" defTabSz="914400">
              <a:lnSpc>
                <a:spcPct val="90000"/>
              </a:lnSpc>
            </a:pPr>
            <a:r>
              <a:rPr lang="en-US" sz="3500" kern="1200">
                <a:solidFill>
                  <a:schemeClr val="tx2"/>
                </a:solidFill>
                <a:latin typeface="+mj-lt"/>
                <a:ea typeface="+mj-ea"/>
                <a:cs typeface="+mj-cs"/>
              </a:rPr>
              <a:t>Introducing Server Components</a:t>
            </a:r>
          </a:p>
        </p:txBody>
      </p:sp>
      <p:pic>
        <p:nvPicPr>
          <p:cNvPr id="7" name="Graphic 6" descr="Computer">
            <a:extLst>
              <a:ext uri="{FF2B5EF4-FFF2-40B4-BE49-F238E27FC236}">
                <a16:creationId xmlns:a16="http://schemas.microsoft.com/office/drawing/2014/main" id="{2E6A52FC-E42B-849C-B078-CA5C1A8E03F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8548046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Tools for SSR in React</a:t>
            </a:r>
          </a:p>
        </p:txBody>
      </p:sp>
      <p:sp>
        <p:nvSpPr>
          <p:cNvPr id="3" name="Content Placeholder 2"/>
          <p:cNvSpPr>
            <a:spLocks noGrp="1"/>
          </p:cNvSpPr>
          <p:nvPr>
            <p:ph idx="1"/>
          </p:nvPr>
        </p:nvSpPr>
        <p:spPr/>
        <p:txBody>
          <a:bodyPr/>
          <a:lstStyle/>
          <a:p>
            <a:r>
              <a:rPr dirty="0" err="1"/>
              <a:t>Next.js</a:t>
            </a:r>
            <a:endParaRPr dirty="0"/>
          </a:p>
          <a:p>
            <a:r>
              <a:rPr dirty="0"/>
              <a:t>Gatsby</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Advantages of SSR</a:t>
            </a:r>
          </a:p>
        </p:txBody>
      </p:sp>
      <p:sp>
        <p:nvSpPr>
          <p:cNvPr id="3" name="Content Placeholder 2"/>
          <p:cNvSpPr>
            <a:spLocks noGrp="1"/>
          </p:cNvSpPr>
          <p:nvPr>
            <p:ph idx="1"/>
          </p:nvPr>
        </p:nvSpPr>
        <p:spPr/>
        <p:txBody>
          <a:bodyPr/>
          <a:lstStyle/>
          <a:p>
            <a:r>
              <a:rPr dirty="0"/>
              <a:t>SEO benefits</a:t>
            </a:r>
          </a:p>
          <a:p>
            <a:r>
              <a:rPr dirty="0"/>
              <a:t>Faster initial page loads</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Drawbacks of SSR</a:t>
            </a:r>
          </a:p>
        </p:txBody>
      </p:sp>
      <p:sp>
        <p:nvSpPr>
          <p:cNvPr id="3" name="Content Placeholder 2"/>
          <p:cNvSpPr>
            <a:spLocks noGrp="1"/>
          </p:cNvSpPr>
          <p:nvPr>
            <p:ph idx="1"/>
          </p:nvPr>
        </p:nvSpPr>
        <p:spPr/>
        <p:txBody>
          <a:bodyPr/>
          <a:lstStyle/>
          <a:p>
            <a:r>
              <a:rPr dirty="0"/>
              <a:t>Server load</a:t>
            </a:r>
          </a:p>
          <a:p>
            <a:r>
              <a:rPr dirty="0"/>
              <a:t>Complexity</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Hydration</a:t>
            </a:r>
          </a:p>
        </p:txBody>
      </p:sp>
      <p:sp>
        <p:nvSpPr>
          <p:cNvPr id="3" name="Content Placeholder 2"/>
          <p:cNvSpPr>
            <a:spLocks noGrp="1"/>
          </p:cNvSpPr>
          <p:nvPr>
            <p:ph idx="1"/>
          </p:nvPr>
        </p:nvSpPr>
        <p:spPr/>
        <p:txBody>
          <a:bodyPr>
            <a:normAutofit/>
          </a:bodyPr>
          <a:lstStyle/>
          <a:p>
            <a:r>
              <a:rPr dirty="0"/>
              <a:t>What is Hydration?</a:t>
            </a:r>
            <a:endParaRPr lang="en-US" dirty="0"/>
          </a:p>
          <a:p>
            <a:pPr lvl="1"/>
            <a:r>
              <a:rPr lang="en-US" dirty="0"/>
              <a:t>Using client-side JavaScript to add application state and interactivity to server-rendered HTML</a:t>
            </a:r>
            <a:endParaRPr dirty="0"/>
          </a:p>
          <a:p>
            <a:r>
              <a:rPr dirty="0"/>
              <a:t>How it w</a:t>
            </a:r>
            <a:r>
              <a:rPr lang="en-US" dirty="0"/>
              <a:t>orks</a:t>
            </a:r>
          </a:p>
          <a:p>
            <a:pPr marL="457200" lvl="1" indent="0">
              <a:buNone/>
            </a:pPr>
            <a:r>
              <a:rPr lang="en-US" sz="1800" b="0" i="0" dirty="0">
                <a:solidFill>
                  <a:srgbClr val="23272F"/>
                </a:solidFill>
                <a:effectLst/>
                <a:latin typeface="Courier New" panose="02070309020205020404" pitchFamily="49" charset="0"/>
                <a:cs typeface="Courier New" panose="02070309020205020404" pitchFamily="49" charset="0"/>
              </a:rPr>
              <a:t>import { </a:t>
            </a:r>
            <a:r>
              <a:rPr lang="en-US" sz="1800" b="0" i="0" dirty="0" err="1">
                <a:solidFill>
                  <a:srgbClr val="23272F"/>
                </a:solidFill>
                <a:effectLst/>
                <a:latin typeface="Courier New" panose="02070309020205020404" pitchFamily="49" charset="0"/>
                <a:cs typeface="Courier New" panose="02070309020205020404" pitchFamily="49" charset="0"/>
              </a:rPr>
              <a:t>hydrateRoot</a:t>
            </a:r>
            <a:r>
              <a:rPr lang="en-US" sz="1800" b="0" i="0" dirty="0">
                <a:solidFill>
                  <a:srgbClr val="23272F"/>
                </a:solidFill>
                <a:effectLst/>
                <a:latin typeface="Courier New" panose="02070309020205020404" pitchFamily="49" charset="0"/>
                <a:cs typeface="Courier New" panose="02070309020205020404" pitchFamily="49" charset="0"/>
              </a:rPr>
              <a:t> } from 'react-</a:t>
            </a:r>
            <a:r>
              <a:rPr lang="en-US" sz="1800" b="0" i="0" dirty="0" err="1">
                <a:solidFill>
                  <a:srgbClr val="23272F"/>
                </a:solidFill>
                <a:effectLst/>
                <a:latin typeface="Courier New" panose="02070309020205020404" pitchFamily="49" charset="0"/>
                <a:cs typeface="Courier New" panose="02070309020205020404" pitchFamily="49" charset="0"/>
              </a:rPr>
              <a:t>dom</a:t>
            </a:r>
            <a:r>
              <a:rPr lang="en-US" sz="1800" b="0" i="0" dirty="0">
                <a:solidFill>
                  <a:srgbClr val="23272F"/>
                </a:solidFill>
                <a:effectLst/>
                <a:latin typeface="Courier New" panose="02070309020205020404" pitchFamily="49" charset="0"/>
                <a:cs typeface="Courier New" panose="02070309020205020404" pitchFamily="49" charset="0"/>
              </a:rPr>
              <a:t>/client';</a:t>
            </a:r>
            <a:br>
              <a:rPr lang="en-US" sz="1800" b="0" i="0" dirty="0">
                <a:solidFill>
                  <a:srgbClr val="23272F"/>
                </a:solidFill>
                <a:effectLst/>
                <a:latin typeface="Courier New" panose="02070309020205020404" pitchFamily="49" charset="0"/>
                <a:cs typeface="Courier New" panose="02070309020205020404" pitchFamily="49" charset="0"/>
              </a:rPr>
            </a:br>
            <a:endParaRPr lang="en-US" sz="1800" b="0" i="0" dirty="0">
              <a:solidFill>
                <a:srgbClr val="23272F"/>
              </a:solidFill>
              <a:effectLst/>
              <a:latin typeface="Courier New" panose="02070309020205020404" pitchFamily="49" charset="0"/>
              <a:cs typeface="Courier New" panose="02070309020205020404" pitchFamily="49" charset="0"/>
            </a:endParaRPr>
          </a:p>
          <a:p>
            <a:pPr marL="457200" lvl="1" indent="0">
              <a:buNone/>
            </a:pPr>
            <a:r>
              <a:rPr lang="en-US" sz="1800" b="0" i="0" dirty="0" err="1">
                <a:solidFill>
                  <a:srgbClr val="23272F"/>
                </a:solidFill>
                <a:effectLst/>
                <a:latin typeface="Courier New" panose="02070309020205020404" pitchFamily="49" charset="0"/>
                <a:cs typeface="Courier New" panose="02070309020205020404" pitchFamily="49" charset="0"/>
              </a:rPr>
              <a:t>hydrateRoot</a:t>
            </a:r>
            <a:r>
              <a:rPr lang="en-US" sz="1800" b="0" i="0" dirty="0">
                <a:solidFill>
                  <a:srgbClr val="23272F"/>
                </a:solidFill>
                <a:effectLst/>
                <a:latin typeface="Courier New" panose="02070309020205020404" pitchFamily="49" charset="0"/>
                <a:cs typeface="Courier New" panose="02070309020205020404" pitchFamily="49" charset="0"/>
              </a:rPr>
              <a:t>(</a:t>
            </a:r>
            <a:r>
              <a:rPr lang="en-US" sz="1800" b="0" i="0" dirty="0" err="1">
                <a:solidFill>
                  <a:srgbClr val="23272F"/>
                </a:solidFill>
                <a:effectLst/>
                <a:latin typeface="Courier New" panose="02070309020205020404" pitchFamily="49" charset="0"/>
                <a:cs typeface="Courier New" panose="02070309020205020404" pitchFamily="49" charset="0"/>
              </a:rPr>
              <a:t>document.getElementById</a:t>
            </a:r>
            <a:r>
              <a:rPr lang="en-US" sz="1800" b="0" i="0" dirty="0">
                <a:solidFill>
                  <a:srgbClr val="23272F"/>
                </a:solidFill>
                <a:effectLst/>
                <a:latin typeface="Courier New" panose="02070309020205020404" pitchFamily="49" charset="0"/>
                <a:cs typeface="Courier New" panose="02070309020205020404" pitchFamily="49" charset="0"/>
              </a:rPr>
              <a:t>('root'), &lt;App /&gt;);</a:t>
            </a:r>
          </a:p>
          <a:p>
            <a:r>
              <a:rPr lang="en-US" dirty="0">
                <a:hlinkClick r:id="rId3"/>
              </a:rPr>
              <a:t>https://</a:t>
            </a:r>
            <a:r>
              <a:rPr lang="en-US" dirty="0" err="1">
                <a:hlinkClick r:id="rId3"/>
              </a:rPr>
              <a:t>codesandbox.io</a:t>
            </a:r>
            <a:r>
              <a:rPr lang="en-US" dirty="0">
                <a:hlinkClick r:id="rId3"/>
              </a:rPr>
              <a:t>/s/hydrate-qyy2mr?file=/public/</a:t>
            </a:r>
            <a:r>
              <a:rPr lang="en-US" dirty="0" err="1">
                <a:hlinkClick r:id="rId3"/>
              </a:rPr>
              <a:t>index.html</a:t>
            </a:r>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02AA94D-C38F-8F75-5965-443089CCCEE0}"/>
              </a:ext>
            </a:extLst>
          </p:cNvPr>
          <p:cNvSpPr>
            <a:spLocks noGrp="1"/>
          </p:cNvSpPr>
          <p:nvPr>
            <p:ph type="title"/>
          </p:nvPr>
        </p:nvSpPr>
        <p:spPr>
          <a:xfrm>
            <a:off x="1143002" y="1999615"/>
            <a:ext cx="6858000" cy="2764028"/>
          </a:xfrm>
        </p:spPr>
        <p:txBody>
          <a:bodyPr vert="horz" lIns="91440" tIns="45720" rIns="91440" bIns="45720" rtlCol="0" anchor="ctr">
            <a:normAutofit/>
          </a:bodyPr>
          <a:lstStyle/>
          <a:p>
            <a:pPr defTabSz="914400">
              <a:lnSpc>
                <a:spcPct val="90000"/>
              </a:lnSpc>
            </a:pPr>
            <a:r>
              <a:rPr lang="en-US" sz="6300" kern="1200">
                <a:solidFill>
                  <a:schemeClr val="tx1"/>
                </a:solidFill>
                <a:latin typeface="+mj-lt"/>
                <a:ea typeface="+mj-ea"/>
                <a:cs typeface="+mj-cs"/>
              </a:rPr>
              <a:t>Lab: Performance Optimizations</a:t>
            </a: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5524786"/>
            <a:ext cx="356616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0786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CEA641D-0B7C-062D-6AB8-D64621FF1E79}"/>
              </a:ext>
            </a:extLst>
          </p:cNvPr>
          <p:cNvSpPr>
            <a:spLocks noGrp="1"/>
          </p:cNvSpPr>
          <p:nvPr>
            <p:ph type="title"/>
          </p:nvPr>
        </p:nvSpPr>
        <p:spPr>
          <a:xfrm>
            <a:off x="1143002" y="1999615"/>
            <a:ext cx="6858000" cy="2764028"/>
          </a:xfrm>
        </p:spPr>
        <p:txBody>
          <a:bodyPr vert="horz" lIns="91440" tIns="45720" rIns="91440" bIns="45720" rtlCol="0" anchor="ctr">
            <a:normAutofit/>
          </a:bodyPr>
          <a:lstStyle/>
          <a:p>
            <a:pPr algn="ctr" defTabSz="914400">
              <a:lnSpc>
                <a:spcPct val="90000"/>
              </a:lnSpc>
            </a:pPr>
            <a:r>
              <a:rPr lang="en-US" sz="6300" kern="1200">
                <a:solidFill>
                  <a:schemeClr val="tx1"/>
                </a:solidFill>
                <a:latin typeface="+mj-lt"/>
                <a:ea typeface="+mj-ea"/>
                <a:cs typeface="+mj-cs"/>
              </a:rPr>
              <a:t>Security Best Practices</a:t>
            </a:r>
          </a:p>
        </p:txBody>
      </p:sp>
      <p:sp>
        <p:nvSpPr>
          <p:cNvPr id="3" name="Content Placeholder 2">
            <a:extLst>
              <a:ext uri="{FF2B5EF4-FFF2-40B4-BE49-F238E27FC236}">
                <a16:creationId xmlns:a16="http://schemas.microsoft.com/office/drawing/2014/main" id="{22085A03-047C-C505-0510-471B0C58B230}"/>
              </a:ext>
            </a:extLst>
          </p:cNvPr>
          <p:cNvSpPr>
            <a:spLocks noGrp="1"/>
          </p:cNvSpPr>
          <p:nvPr>
            <p:ph type="body" idx="1"/>
          </p:nvPr>
        </p:nvSpPr>
        <p:spPr>
          <a:xfrm>
            <a:off x="1475184" y="5645150"/>
            <a:ext cx="6193632" cy="631825"/>
          </a:xfrm>
        </p:spPr>
        <p:txBody>
          <a:bodyPr vert="horz" lIns="91440" tIns="45720" rIns="91440" bIns="45720" rtlCol="0" anchor="ctr">
            <a:normAutofit/>
          </a:bodyPr>
          <a:lstStyle/>
          <a:p>
            <a:pPr algn="ctr" defTabSz="914400">
              <a:lnSpc>
                <a:spcPct val="90000"/>
              </a:lnSpc>
              <a:spcBef>
                <a:spcPts val="1000"/>
              </a:spcBef>
            </a:pPr>
            <a:endParaRPr lang="en-US" sz="2400" b="0" i="0" kern="1200">
              <a:solidFill>
                <a:schemeClr val="tx1"/>
              </a:solidFill>
              <a:effectLst/>
              <a:latin typeface="+mn-lt"/>
              <a:ea typeface="+mn-ea"/>
              <a:cs typeface="+mn-cs"/>
            </a:endParaRPr>
          </a:p>
          <a:p>
            <a:pPr algn="ctr" defTabSz="914400">
              <a:lnSpc>
                <a:spcPct val="90000"/>
              </a:lnSpc>
              <a:spcBef>
                <a:spcPts val="1000"/>
              </a:spcBef>
            </a:pPr>
            <a:endParaRPr lang="en-US" sz="2400" b="0" i="0" kern="1200">
              <a:solidFill>
                <a:schemeClr val="tx1"/>
              </a:solidFill>
              <a:effectLst/>
              <a:latin typeface="+mn-lt"/>
              <a:ea typeface="+mn-ea"/>
              <a:cs typeface="+mn-cs"/>
            </a:endParaRPr>
          </a:p>
          <a:p>
            <a:pPr algn="ctr" defTabSz="914400">
              <a:lnSpc>
                <a:spcPct val="90000"/>
              </a:lnSpc>
              <a:spcBef>
                <a:spcPts val="1000"/>
              </a:spcBef>
            </a:pPr>
            <a:endParaRPr lang="en-US" sz="2400" kern="1200">
              <a:solidFill>
                <a:schemeClr val="tx1"/>
              </a:solidFill>
              <a:latin typeface="+mn-lt"/>
              <a:ea typeface="+mn-ea"/>
              <a:cs typeface="+mn-cs"/>
            </a:endParaRPr>
          </a:p>
          <a:p>
            <a:pPr algn="ctr" defTabSz="914400">
              <a:lnSpc>
                <a:spcPct val="90000"/>
              </a:lnSpc>
              <a:spcBef>
                <a:spcPts val="1000"/>
              </a:spcBef>
            </a:pPr>
            <a:endParaRPr lang="en-US" sz="2400" b="1" i="0" kern="1200">
              <a:solidFill>
                <a:schemeClr val="tx1"/>
              </a:solidFill>
              <a:effectLst/>
              <a:latin typeface="+mn-lt"/>
              <a:ea typeface="+mn-ea"/>
              <a:cs typeface="+mn-cs"/>
            </a:endParaRP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5524786"/>
            <a:ext cx="356616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12852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7318A-C5B0-5EDE-59B1-1EA659D3F21A}"/>
              </a:ext>
            </a:extLst>
          </p:cNvPr>
          <p:cNvSpPr>
            <a:spLocks noGrp="1"/>
          </p:cNvSpPr>
          <p:nvPr>
            <p:ph type="title"/>
          </p:nvPr>
        </p:nvSpPr>
        <p:spPr/>
        <p:txBody>
          <a:bodyPr>
            <a:normAutofit/>
          </a:bodyPr>
          <a:lstStyle/>
          <a:p>
            <a:r>
              <a:rPr lang="en-US" b="1" i="0" dirty="0">
                <a:solidFill>
                  <a:srgbClr val="374151"/>
                </a:solidFill>
                <a:effectLst/>
                <a:latin typeface="Söhne"/>
              </a:rPr>
              <a:t>Use the Latest Version of React</a:t>
            </a:r>
            <a:endParaRPr lang="en-US" dirty="0"/>
          </a:p>
        </p:txBody>
      </p:sp>
      <p:sp>
        <p:nvSpPr>
          <p:cNvPr id="3" name="Content Placeholder 2">
            <a:extLst>
              <a:ext uri="{FF2B5EF4-FFF2-40B4-BE49-F238E27FC236}">
                <a16:creationId xmlns:a16="http://schemas.microsoft.com/office/drawing/2014/main" id="{9CB56A7C-54B2-282A-896B-68F83D16FCD2}"/>
              </a:ext>
            </a:extLst>
          </p:cNvPr>
          <p:cNvSpPr>
            <a:spLocks noGrp="1"/>
          </p:cNvSpPr>
          <p:nvPr>
            <p:ph idx="1"/>
          </p:nvPr>
        </p:nvSpPr>
        <p:spPr/>
        <p:txBody>
          <a:bodyPr/>
          <a:lstStyle/>
          <a:p>
            <a:r>
              <a:rPr lang="en-US" b="0" i="0" dirty="0">
                <a:solidFill>
                  <a:srgbClr val="374151"/>
                </a:solidFill>
                <a:effectLst/>
                <a:latin typeface="Söhne"/>
              </a:rPr>
              <a:t>Always make sure you're using the latest version of React and its associated libraries. This ensures that you benefit from the latest security patches and updates.</a:t>
            </a:r>
            <a:endParaRPr lang="en-US" dirty="0"/>
          </a:p>
        </p:txBody>
      </p:sp>
    </p:spTree>
    <p:extLst>
      <p:ext uri="{BB962C8B-B14F-4D97-AF65-F5344CB8AC3E}">
        <p14:creationId xmlns:p14="http://schemas.microsoft.com/office/powerpoint/2010/main" val="200751491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7119E-31B4-2FEA-3534-C1EB9A1B7284}"/>
              </a:ext>
            </a:extLst>
          </p:cNvPr>
          <p:cNvSpPr>
            <a:spLocks noGrp="1"/>
          </p:cNvSpPr>
          <p:nvPr>
            <p:ph type="title"/>
          </p:nvPr>
        </p:nvSpPr>
        <p:spPr/>
        <p:txBody>
          <a:bodyPr>
            <a:normAutofit/>
          </a:bodyPr>
          <a:lstStyle/>
          <a:p>
            <a:r>
              <a:rPr lang="en-US" b="1" i="0" dirty="0">
                <a:solidFill>
                  <a:srgbClr val="374151"/>
                </a:solidFill>
                <a:effectLst/>
                <a:latin typeface="Söhne"/>
              </a:rPr>
              <a:t>Escape User Input</a:t>
            </a:r>
            <a:endParaRPr lang="en-US" dirty="0"/>
          </a:p>
        </p:txBody>
      </p:sp>
      <p:sp>
        <p:nvSpPr>
          <p:cNvPr id="3" name="Content Placeholder 2">
            <a:extLst>
              <a:ext uri="{FF2B5EF4-FFF2-40B4-BE49-F238E27FC236}">
                <a16:creationId xmlns:a16="http://schemas.microsoft.com/office/drawing/2014/main" id="{DE019CC0-0AA4-1A44-6D26-88A0415E36D4}"/>
              </a:ext>
            </a:extLst>
          </p:cNvPr>
          <p:cNvSpPr>
            <a:spLocks noGrp="1"/>
          </p:cNvSpPr>
          <p:nvPr>
            <p:ph idx="1"/>
          </p:nvPr>
        </p:nvSpPr>
        <p:spPr/>
        <p:txBody>
          <a:bodyPr/>
          <a:lstStyle/>
          <a:p>
            <a:r>
              <a:rPr lang="en-US" b="0" i="0" dirty="0">
                <a:solidFill>
                  <a:srgbClr val="374151"/>
                </a:solidFill>
                <a:effectLst/>
                <a:latin typeface="Söhne"/>
              </a:rPr>
              <a:t>React automatically escapes content rendered with JSX to prevent Cross-Site Scripting (XSS) attacks. However, when you use methods like </a:t>
            </a:r>
            <a:r>
              <a:rPr lang="en-US" b="0" i="0" dirty="0" err="1">
                <a:solidFill>
                  <a:srgbClr val="374151"/>
                </a:solidFill>
                <a:effectLst/>
                <a:latin typeface="Söhne"/>
              </a:rPr>
              <a:t>dangerouslySetInnerHTML</a:t>
            </a:r>
            <a:r>
              <a:rPr lang="en-US" b="0" i="0" dirty="0">
                <a:solidFill>
                  <a:srgbClr val="374151"/>
                </a:solidFill>
                <a:effectLst/>
                <a:latin typeface="Söhne"/>
              </a:rPr>
              <a:t>, you're bypassing this protection. Use this method sparingly, and always sanitize any user input or content that might be rendered.</a:t>
            </a:r>
            <a:endParaRPr lang="en-US" dirty="0"/>
          </a:p>
        </p:txBody>
      </p:sp>
    </p:spTree>
    <p:extLst>
      <p:ext uri="{BB962C8B-B14F-4D97-AF65-F5344CB8AC3E}">
        <p14:creationId xmlns:p14="http://schemas.microsoft.com/office/powerpoint/2010/main" val="273555100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C508F-92E5-BD65-C807-9720B3299A4C}"/>
              </a:ext>
            </a:extLst>
          </p:cNvPr>
          <p:cNvSpPr>
            <a:spLocks noGrp="1"/>
          </p:cNvSpPr>
          <p:nvPr>
            <p:ph type="title"/>
          </p:nvPr>
        </p:nvSpPr>
        <p:spPr/>
        <p:txBody>
          <a:bodyPr>
            <a:normAutofit fontScale="90000"/>
          </a:bodyPr>
          <a:lstStyle/>
          <a:p>
            <a:r>
              <a:rPr lang="en-US" b="1" i="0" dirty="0">
                <a:solidFill>
                  <a:srgbClr val="374151"/>
                </a:solidFill>
                <a:effectLst/>
                <a:latin typeface="Söhne"/>
              </a:rPr>
              <a:t>Avoid Inline Event Handlers with User Data</a:t>
            </a:r>
            <a:endParaRPr lang="en-US" dirty="0"/>
          </a:p>
        </p:txBody>
      </p:sp>
      <p:sp>
        <p:nvSpPr>
          <p:cNvPr id="3" name="Content Placeholder 2">
            <a:extLst>
              <a:ext uri="{FF2B5EF4-FFF2-40B4-BE49-F238E27FC236}">
                <a16:creationId xmlns:a16="http://schemas.microsoft.com/office/drawing/2014/main" id="{EBE6CEE3-5DC0-13B4-62F9-1B7127F9957C}"/>
              </a:ext>
            </a:extLst>
          </p:cNvPr>
          <p:cNvSpPr>
            <a:spLocks noGrp="1"/>
          </p:cNvSpPr>
          <p:nvPr>
            <p:ph idx="1"/>
          </p:nvPr>
        </p:nvSpPr>
        <p:spPr/>
        <p:txBody>
          <a:bodyPr/>
          <a:lstStyle/>
          <a:p>
            <a:r>
              <a:rPr lang="en-US" b="0" i="0" dirty="0">
                <a:solidFill>
                  <a:srgbClr val="374151"/>
                </a:solidFill>
                <a:effectLst/>
                <a:latin typeface="Söhne"/>
              </a:rPr>
              <a:t>Do not inject user data directly into inline event handlers in JSX. It could create potential security risks if not properly sanitized.</a:t>
            </a:r>
            <a:endParaRPr lang="en-US" dirty="0"/>
          </a:p>
        </p:txBody>
      </p:sp>
    </p:spTree>
    <p:extLst>
      <p:ext uri="{BB962C8B-B14F-4D97-AF65-F5344CB8AC3E}">
        <p14:creationId xmlns:p14="http://schemas.microsoft.com/office/powerpoint/2010/main" val="285336776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AC642-BD18-A40D-7B88-FBC2A414D6DF}"/>
              </a:ext>
            </a:extLst>
          </p:cNvPr>
          <p:cNvSpPr>
            <a:spLocks noGrp="1"/>
          </p:cNvSpPr>
          <p:nvPr>
            <p:ph type="title"/>
          </p:nvPr>
        </p:nvSpPr>
        <p:spPr/>
        <p:txBody>
          <a:bodyPr>
            <a:normAutofit fontScale="90000"/>
          </a:bodyPr>
          <a:lstStyle/>
          <a:p>
            <a:r>
              <a:rPr lang="en-US" b="1" i="0" dirty="0">
                <a:solidFill>
                  <a:srgbClr val="374151"/>
                </a:solidFill>
                <a:effectLst/>
                <a:latin typeface="Söhne"/>
              </a:rPr>
              <a:t>Beware of Third-party Components</a:t>
            </a:r>
            <a:endParaRPr lang="en-US" dirty="0"/>
          </a:p>
        </p:txBody>
      </p:sp>
      <p:sp>
        <p:nvSpPr>
          <p:cNvPr id="3" name="Content Placeholder 2">
            <a:extLst>
              <a:ext uri="{FF2B5EF4-FFF2-40B4-BE49-F238E27FC236}">
                <a16:creationId xmlns:a16="http://schemas.microsoft.com/office/drawing/2014/main" id="{2E19CC06-1B9C-F288-EA58-40FF46313009}"/>
              </a:ext>
            </a:extLst>
          </p:cNvPr>
          <p:cNvSpPr>
            <a:spLocks noGrp="1"/>
          </p:cNvSpPr>
          <p:nvPr>
            <p:ph idx="1"/>
          </p:nvPr>
        </p:nvSpPr>
        <p:spPr/>
        <p:txBody>
          <a:bodyPr/>
          <a:lstStyle/>
          <a:p>
            <a:r>
              <a:rPr lang="en-US" b="0" i="0" dirty="0">
                <a:solidFill>
                  <a:srgbClr val="374151"/>
                </a:solidFill>
                <a:effectLst/>
                <a:latin typeface="Söhne"/>
              </a:rPr>
              <a:t>Not all </a:t>
            </a:r>
            <a:r>
              <a:rPr lang="en-US" b="0" i="0" dirty="0" err="1">
                <a:solidFill>
                  <a:srgbClr val="374151"/>
                </a:solidFill>
                <a:effectLst/>
                <a:latin typeface="Söhne"/>
              </a:rPr>
              <a:t>npm</a:t>
            </a:r>
            <a:r>
              <a:rPr lang="en-US" b="0" i="0" dirty="0">
                <a:solidFill>
                  <a:srgbClr val="374151"/>
                </a:solidFill>
                <a:effectLst/>
                <a:latin typeface="Söhne"/>
              </a:rPr>
              <a:t> packages or third-party React components follow best security practices. Always audit and review the code of third-party components before including them in your project.</a:t>
            </a:r>
            <a:endParaRPr lang="en-US" dirty="0"/>
          </a:p>
        </p:txBody>
      </p:sp>
    </p:spTree>
    <p:extLst>
      <p:ext uri="{BB962C8B-B14F-4D97-AF65-F5344CB8AC3E}">
        <p14:creationId xmlns:p14="http://schemas.microsoft.com/office/powerpoint/2010/main" val="90431224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292B-E33D-2A28-1001-5BFD061D39F6}"/>
              </a:ext>
            </a:extLst>
          </p:cNvPr>
          <p:cNvSpPr>
            <a:spLocks noGrp="1"/>
          </p:cNvSpPr>
          <p:nvPr>
            <p:ph type="title"/>
          </p:nvPr>
        </p:nvSpPr>
        <p:spPr/>
        <p:txBody>
          <a:bodyPr>
            <a:normAutofit/>
          </a:bodyPr>
          <a:lstStyle/>
          <a:p>
            <a:r>
              <a:rPr lang="en-US" b="1" i="0" dirty="0">
                <a:solidFill>
                  <a:srgbClr val="374151"/>
                </a:solidFill>
                <a:effectLst/>
                <a:latin typeface="Söhne"/>
              </a:rPr>
              <a:t>Use HTTPS</a:t>
            </a:r>
            <a:endParaRPr lang="en-US" dirty="0"/>
          </a:p>
        </p:txBody>
      </p:sp>
      <p:sp>
        <p:nvSpPr>
          <p:cNvPr id="3" name="Content Placeholder 2">
            <a:extLst>
              <a:ext uri="{FF2B5EF4-FFF2-40B4-BE49-F238E27FC236}">
                <a16:creationId xmlns:a16="http://schemas.microsoft.com/office/drawing/2014/main" id="{6C49BBA7-8237-56C8-372E-448CD3D81AB5}"/>
              </a:ext>
            </a:extLst>
          </p:cNvPr>
          <p:cNvSpPr>
            <a:spLocks noGrp="1"/>
          </p:cNvSpPr>
          <p:nvPr>
            <p:ph idx="1"/>
          </p:nvPr>
        </p:nvSpPr>
        <p:spPr/>
        <p:txBody>
          <a:bodyPr/>
          <a:lstStyle/>
          <a:p>
            <a:r>
              <a:rPr lang="en-US" b="0" i="0" dirty="0">
                <a:solidFill>
                  <a:srgbClr val="374151"/>
                </a:solidFill>
                <a:effectLst/>
                <a:latin typeface="Söhne"/>
              </a:rPr>
              <a:t>Serve your React application over HTTPS to ensure that data exchanged between the client and the server remains encrypted and secure.</a:t>
            </a:r>
            <a:endParaRPr lang="en-US" dirty="0"/>
          </a:p>
        </p:txBody>
      </p:sp>
    </p:spTree>
    <p:extLst>
      <p:ext uri="{BB962C8B-B14F-4D97-AF65-F5344CB8AC3E}">
        <p14:creationId xmlns:p14="http://schemas.microsoft.com/office/powerpoint/2010/main" val="96745141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805E9-4A5F-A357-38B4-6525DC0C70EC}"/>
              </a:ext>
            </a:extLst>
          </p:cNvPr>
          <p:cNvSpPr>
            <a:spLocks noGrp="1"/>
          </p:cNvSpPr>
          <p:nvPr>
            <p:ph type="title"/>
          </p:nvPr>
        </p:nvSpPr>
        <p:spPr/>
        <p:txBody>
          <a:bodyPr>
            <a:normAutofit/>
          </a:bodyPr>
          <a:lstStyle/>
          <a:p>
            <a:r>
              <a:rPr lang="en-US" b="1" i="0" dirty="0">
                <a:solidFill>
                  <a:srgbClr val="374151"/>
                </a:solidFill>
                <a:effectLst/>
                <a:latin typeface="Söhne"/>
              </a:rPr>
              <a:t>Manage Secrets Properly</a:t>
            </a:r>
            <a:endParaRPr lang="en-US" dirty="0"/>
          </a:p>
        </p:txBody>
      </p:sp>
      <p:sp>
        <p:nvSpPr>
          <p:cNvPr id="3" name="Content Placeholder 2">
            <a:extLst>
              <a:ext uri="{FF2B5EF4-FFF2-40B4-BE49-F238E27FC236}">
                <a16:creationId xmlns:a16="http://schemas.microsoft.com/office/drawing/2014/main" id="{146B2BF2-4CD0-C005-B200-3400C5E53275}"/>
              </a:ext>
            </a:extLst>
          </p:cNvPr>
          <p:cNvSpPr>
            <a:spLocks noGrp="1"/>
          </p:cNvSpPr>
          <p:nvPr>
            <p:ph idx="1"/>
          </p:nvPr>
        </p:nvSpPr>
        <p:spPr/>
        <p:txBody>
          <a:bodyPr/>
          <a:lstStyle/>
          <a:p>
            <a:r>
              <a:rPr lang="en-US" b="0" i="0" dirty="0">
                <a:solidFill>
                  <a:srgbClr val="374151"/>
                </a:solidFill>
                <a:effectLst/>
                <a:latin typeface="Söhne"/>
              </a:rPr>
              <a:t>Never hard-code sensitive information or secrets in your React code. Use environment variables or server-side configurations for this.</a:t>
            </a:r>
            <a:endParaRPr lang="en-US" dirty="0"/>
          </a:p>
        </p:txBody>
      </p:sp>
    </p:spTree>
    <p:extLst>
      <p:ext uri="{BB962C8B-B14F-4D97-AF65-F5344CB8AC3E}">
        <p14:creationId xmlns:p14="http://schemas.microsoft.com/office/powerpoint/2010/main" val="35853274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50C1-716B-16D1-2785-672543FFC9AE}"/>
              </a:ext>
            </a:extLst>
          </p:cNvPr>
          <p:cNvSpPr>
            <a:spLocks noGrp="1"/>
          </p:cNvSpPr>
          <p:nvPr>
            <p:ph type="title"/>
          </p:nvPr>
        </p:nvSpPr>
        <p:spPr/>
        <p:txBody>
          <a:bodyPr>
            <a:normAutofit/>
          </a:bodyPr>
          <a:lstStyle/>
          <a:p>
            <a:r>
              <a:rPr lang="en-US" b="1" i="0" dirty="0">
                <a:solidFill>
                  <a:srgbClr val="374151"/>
                </a:solidFill>
                <a:effectLst/>
                <a:latin typeface="Söhne"/>
              </a:rPr>
              <a:t>Validate and Sanitize Prop Data</a:t>
            </a:r>
            <a:endParaRPr lang="en-US" dirty="0"/>
          </a:p>
        </p:txBody>
      </p:sp>
      <p:sp>
        <p:nvSpPr>
          <p:cNvPr id="3" name="Content Placeholder 2">
            <a:extLst>
              <a:ext uri="{FF2B5EF4-FFF2-40B4-BE49-F238E27FC236}">
                <a16:creationId xmlns:a16="http://schemas.microsoft.com/office/drawing/2014/main" id="{3F808BE7-A7EA-3FE9-1FC8-6E1CA78A79A4}"/>
              </a:ext>
            </a:extLst>
          </p:cNvPr>
          <p:cNvSpPr>
            <a:spLocks noGrp="1"/>
          </p:cNvSpPr>
          <p:nvPr>
            <p:ph idx="1"/>
          </p:nvPr>
        </p:nvSpPr>
        <p:spPr/>
        <p:txBody>
          <a:bodyPr/>
          <a:lstStyle/>
          <a:p>
            <a:r>
              <a:rPr lang="en-US" b="0" i="0" dirty="0">
                <a:solidFill>
                  <a:srgbClr val="374151"/>
                </a:solidFill>
                <a:effectLst/>
                <a:latin typeface="Söhne"/>
              </a:rPr>
              <a:t>If you're passing data to components via props, ensure the data is validated and sanitized, especially if the data originates from user input or external sources.</a:t>
            </a:r>
            <a:endParaRPr lang="en-US" dirty="0"/>
          </a:p>
        </p:txBody>
      </p:sp>
    </p:spTree>
    <p:extLst>
      <p:ext uri="{BB962C8B-B14F-4D97-AF65-F5344CB8AC3E}">
        <p14:creationId xmlns:p14="http://schemas.microsoft.com/office/powerpoint/2010/main" val="203361585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8D52D-7E2A-C629-6441-DEF731E184C7}"/>
              </a:ext>
            </a:extLst>
          </p:cNvPr>
          <p:cNvSpPr>
            <a:spLocks noGrp="1"/>
          </p:cNvSpPr>
          <p:nvPr>
            <p:ph type="title"/>
          </p:nvPr>
        </p:nvSpPr>
        <p:spPr/>
        <p:txBody>
          <a:bodyPr>
            <a:normAutofit/>
          </a:bodyPr>
          <a:lstStyle/>
          <a:p>
            <a:r>
              <a:rPr lang="en-US" b="1" i="0" dirty="0">
                <a:solidFill>
                  <a:srgbClr val="374151"/>
                </a:solidFill>
                <a:effectLst/>
                <a:latin typeface="Söhne"/>
              </a:rPr>
              <a:t>Handle Redirections Carefully</a:t>
            </a:r>
            <a:endParaRPr lang="en-US" dirty="0"/>
          </a:p>
        </p:txBody>
      </p:sp>
      <p:sp>
        <p:nvSpPr>
          <p:cNvPr id="3" name="Content Placeholder 2">
            <a:extLst>
              <a:ext uri="{FF2B5EF4-FFF2-40B4-BE49-F238E27FC236}">
                <a16:creationId xmlns:a16="http://schemas.microsoft.com/office/drawing/2014/main" id="{65D2E085-69F4-8AB0-52C2-FDDC775ECBC0}"/>
              </a:ext>
            </a:extLst>
          </p:cNvPr>
          <p:cNvSpPr>
            <a:spLocks noGrp="1"/>
          </p:cNvSpPr>
          <p:nvPr>
            <p:ph idx="1"/>
          </p:nvPr>
        </p:nvSpPr>
        <p:spPr/>
        <p:txBody>
          <a:bodyPr/>
          <a:lstStyle/>
          <a:p>
            <a:r>
              <a:rPr lang="en-US" b="0" i="0" dirty="0">
                <a:solidFill>
                  <a:srgbClr val="374151"/>
                </a:solidFill>
                <a:effectLst/>
                <a:latin typeface="Söhne"/>
              </a:rPr>
              <a:t>If your application includes redirections based on user input, validate the input to ensure that it doesn't lead to unintended or malicious URLs.</a:t>
            </a:r>
            <a:endParaRPr lang="en-US" dirty="0"/>
          </a:p>
        </p:txBody>
      </p:sp>
    </p:spTree>
    <p:extLst>
      <p:ext uri="{BB962C8B-B14F-4D97-AF65-F5344CB8AC3E}">
        <p14:creationId xmlns:p14="http://schemas.microsoft.com/office/powerpoint/2010/main" val="205783993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4B393-B9DB-3EB2-4275-D660AD2E9C8F}"/>
              </a:ext>
            </a:extLst>
          </p:cNvPr>
          <p:cNvSpPr>
            <a:spLocks noGrp="1"/>
          </p:cNvSpPr>
          <p:nvPr>
            <p:ph type="title"/>
          </p:nvPr>
        </p:nvSpPr>
        <p:spPr/>
        <p:txBody>
          <a:bodyPr/>
          <a:lstStyle/>
          <a:p>
            <a:r>
              <a:rPr lang="en-US" b="1" i="0" dirty="0">
                <a:solidFill>
                  <a:srgbClr val="374151"/>
                </a:solidFill>
                <a:effectLst/>
                <a:latin typeface="Söhne"/>
              </a:rPr>
              <a:t>Use Tokens for Authentication</a:t>
            </a:r>
            <a:endParaRPr lang="en-US" dirty="0"/>
          </a:p>
        </p:txBody>
      </p:sp>
      <p:sp>
        <p:nvSpPr>
          <p:cNvPr id="3" name="Content Placeholder 2">
            <a:extLst>
              <a:ext uri="{FF2B5EF4-FFF2-40B4-BE49-F238E27FC236}">
                <a16:creationId xmlns:a16="http://schemas.microsoft.com/office/drawing/2014/main" id="{6C2BB161-3CBD-39DD-F3DD-5D74D65280DD}"/>
              </a:ext>
            </a:extLst>
          </p:cNvPr>
          <p:cNvSpPr>
            <a:spLocks noGrp="1"/>
          </p:cNvSpPr>
          <p:nvPr>
            <p:ph idx="1"/>
          </p:nvPr>
        </p:nvSpPr>
        <p:spPr/>
        <p:txBody>
          <a:bodyPr/>
          <a:lstStyle/>
          <a:p>
            <a:r>
              <a:rPr lang="en-US" b="0" i="0" dirty="0">
                <a:solidFill>
                  <a:srgbClr val="374151"/>
                </a:solidFill>
                <a:effectLst/>
                <a:latin typeface="Söhne"/>
              </a:rPr>
              <a:t>When implementing authentication, consider using JWT (JSON Web Tokens) or similar token-based methods, and store them securely. Avoid storing them in local storage due to potential XSS attacks; instead, use </a:t>
            </a:r>
            <a:r>
              <a:rPr lang="en-US" b="0" i="0" dirty="0" err="1">
                <a:solidFill>
                  <a:srgbClr val="374151"/>
                </a:solidFill>
                <a:effectLst/>
                <a:latin typeface="Söhne"/>
              </a:rPr>
              <a:t>HttpOnly</a:t>
            </a:r>
            <a:r>
              <a:rPr lang="en-US" b="0" i="0" dirty="0">
                <a:solidFill>
                  <a:srgbClr val="374151"/>
                </a:solidFill>
                <a:effectLst/>
                <a:latin typeface="Söhne"/>
              </a:rPr>
              <a:t> cookies.</a:t>
            </a:r>
            <a:endParaRPr lang="en-US" dirty="0"/>
          </a:p>
        </p:txBody>
      </p:sp>
    </p:spTree>
    <p:extLst>
      <p:ext uri="{BB962C8B-B14F-4D97-AF65-F5344CB8AC3E}">
        <p14:creationId xmlns:p14="http://schemas.microsoft.com/office/powerpoint/2010/main" val="72731391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788FB-43D0-1931-89F7-E3852DF95EC7}"/>
              </a:ext>
            </a:extLst>
          </p:cNvPr>
          <p:cNvSpPr>
            <a:spLocks noGrp="1"/>
          </p:cNvSpPr>
          <p:nvPr>
            <p:ph type="title"/>
          </p:nvPr>
        </p:nvSpPr>
        <p:spPr/>
        <p:txBody>
          <a:bodyPr>
            <a:normAutofit/>
          </a:bodyPr>
          <a:lstStyle/>
          <a:p>
            <a:r>
              <a:rPr lang="en-US" b="1" i="0" dirty="0">
                <a:solidFill>
                  <a:srgbClr val="374151"/>
                </a:solidFill>
                <a:effectLst/>
                <a:latin typeface="Söhne"/>
              </a:rPr>
              <a:t>Keep Dependencies Updated</a:t>
            </a:r>
            <a:endParaRPr lang="en-US" dirty="0"/>
          </a:p>
        </p:txBody>
      </p:sp>
      <p:sp>
        <p:nvSpPr>
          <p:cNvPr id="3" name="Content Placeholder 2">
            <a:extLst>
              <a:ext uri="{FF2B5EF4-FFF2-40B4-BE49-F238E27FC236}">
                <a16:creationId xmlns:a16="http://schemas.microsoft.com/office/drawing/2014/main" id="{FF5E7E2A-EE84-80FA-7939-A620CB216639}"/>
              </a:ext>
            </a:extLst>
          </p:cNvPr>
          <p:cNvSpPr>
            <a:spLocks noGrp="1"/>
          </p:cNvSpPr>
          <p:nvPr>
            <p:ph idx="1"/>
          </p:nvPr>
        </p:nvSpPr>
        <p:spPr/>
        <p:txBody>
          <a:bodyPr/>
          <a:lstStyle/>
          <a:p>
            <a:r>
              <a:rPr lang="en-US" b="0" i="0" dirty="0">
                <a:solidFill>
                  <a:srgbClr val="374151"/>
                </a:solidFill>
                <a:effectLst/>
                <a:latin typeface="Söhne"/>
              </a:rPr>
              <a:t>Regularly update all your project's dependencies. This helps patch vulnerabilities that might exist in older versions of libraries you're using.</a:t>
            </a:r>
            <a:endParaRPr lang="en-US" dirty="0"/>
          </a:p>
        </p:txBody>
      </p:sp>
    </p:spTree>
    <p:extLst>
      <p:ext uri="{BB962C8B-B14F-4D97-AF65-F5344CB8AC3E}">
        <p14:creationId xmlns:p14="http://schemas.microsoft.com/office/powerpoint/2010/main" val="123016052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23B99-BC8E-86D5-2633-A2F59401207F}"/>
              </a:ext>
            </a:extLst>
          </p:cNvPr>
          <p:cNvSpPr>
            <a:spLocks noGrp="1"/>
          </p:cNvSpPr>
          <p:nvPr>
            <p:ph type="title"/>
          </p:nvPr>
        </p:nvSpPr>
        <p:spPr/>
        <p:txBody>
          <a:bodyPr>
            <a:normAutofit/>
          </a:bodyPr>
          <a:lstStyle/>
          <a:p>
            <a:r>
              <a:rPr lang="en-US" b="1" i="0" dirty="0">
                <a:solidFill>
                  <a:srgbClr val="374151"/>
                </a:solidFill>
                <a:effectLst/>
                <a:latin typeface="Söhne"/>
              </a:rPr>
              <a:t>Regularly Audit Dependencies</a:t>
            </a:r>
            <a:endParaRPr lang="en-US" dirty="0"/>
          </a:p>
        </p:txBody>
      </p:sp>
      <p:sp>
        <p:nvSpPr>
          <p:cNvPr id="3" name="Content Placeholder 2">
            <a:extLst>
              <a:ext uri="{FF2B5EF4-FFF2-40B4-BE49-F238E27FC236}">
                <a16:creationId xmlns:a16="http://schemas.microsoft.com/office/drawing/2014/main" id="{74F52F4A-33BC-590C-03FD-B83BAEC64082}"/>
              </a:ext>
            </a:extLst>
          </p:cNvPr>
          <p:cNvSpPr>
            <a:spLocks noGrp="1"/>
          </p:cNvSpPr>
          <p:nvPr>
            <p:ph idx="1"/>
          </p:nvPr>
        </p:nvSpPr>
        <p:spPr/>
        <p:txBody>
          <a:bodyPr/>
          <a:lstStyle/>
          <a:p>
            <a:r>
              <a:rPr lang="en-US" b="0" i="0" dirty="0">
                <a:solidFill>
                  <a:srgbClr val="374151"/>
                </a:solidFill>
                <a:effectLst/>
                <a:latin typeface="Söhne"/>
              </a:rPr>
              <a:t>Use tools like </a:t>
            </a:r>
            <a:r>
              <a:rPr lang="en-US" b="0" i="0" dirty="0" err="1">
                <a:solidFill>
                  <a:srgbClr val="374151"/>
                </a:solidFill>
                <a:effectLst/>
                <a:latin typeface="Söhne"/>
              </a:rPr>
              <a:t>npm</a:t>
            </a:r>
            <a:r>
              <a:rPr lang="en-US" b="0" i="0" dirty="0">
                <a:solidFill>
                  <a:srgbClr val="374151"/>
                </a:solidFill>
                <a:effectLst/>
                <a:latin typeface="Söhne"/>
              </a:rPr>
              <a:t> audit or yarn audit to identify and fix vulnerabilities in your project's dependencies.</a:t>
            </a:r>
            <a:endParaRPr lang="en-US" dirty="0"/>
          </a:p>
        </p:txBody>
      </p:sp>
    </p:spTree>
    <p:extLst>
      <p:ext uri="{BB962C8B-B14F-4D97-AF65-F5344CB8AC3E}">
        <p14:creationId xmlns:p14="http://schemas.microsoft.com/office/powerpoint/2010/main" val="326753410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4883E-A0CC-6566-F9C5-C19D624278FD}"/>
              </a:ext>
            </a:extLst>
          </p:cNvPr>
          <p:cNvSpPr>
            <a:spLocks noGrp="1"/>
          </p:cNvSpPr>
          <p:nvPr>
            <p:ph type="title"/>
          </p:nvPr>
        </p:nvSpPr>
        <p:spPr/>
        <p:txBody>
          <a:bodyPr>
            <a:normAutofit fontScale="90000"/>
          </a:bodyPr>
          <a:lstStyle/>
          <a:p>
            <a:r>
              <a:rPr lang="en-US" b="1" i="0" dirty="0">
                <a:solidFill>
                  <a:srgbClr val="374151"/>
                </a:solidFill>
                <a:effectLst/>
                <a:latin typeface="Söhne"/>
              </a:rPr>
              <a:t>Implement Rate Limiting and Throttling</a:t>
            </a:r>
            <a:endParaRPr lang="en-US" dirty="0"/>
          </a:p>
        </p:txBody>
      </p:sp>
      <p:sp>
        <p:nvSpPr>
          <p:cNvPr id="3" name="Content Placeholder 2">
            <a:extLst>
              <a:ext uri="{FF2B5EF4-FFF2-40B4-BE49-F238E27FC236}">
                <a16:creationId xmlns:a16="http://schemas.microsoft.com/office/drawing/2014/main" id="{1499D9B7-56A4-016C-7D7E-7FE67542B06E}"/>
              </a:ext>
            </a:extLst>
          </p:cNvPr>
          <p:cNvSpPr>
            <a:spLocks noGrp="1"/>
          </p:cNvSpPr>
          <p:nvPr>
            <p:ph idx="1"/>
          </p:nvPr>
        </p:nvSpPr>
        <p:spPr/>
        <p:txBody>
          <a:bodyPr/>
          <a:lstStyle/>
          <a:p>
            <a:r>
              <a:rPr lang="en-US" b="0" i="0" dirty="0">
                <a:solidFill>
                  <a:srgbClr val="374151"/>
                </a:solidFill>
                <a:effectLst/>
                <a:latin typeface="Söhne"/>
              </a:rPr>
              <a:t>If your React app communicates with an API or server, implement rate limiting to prevent abuse.</a:t>
            </a:r>
            <a:endParaRPr lang="en-US" dirty="0"/>
          </a:p>
        </p:txBody>
      </p:sp>
    </p:spTree>
    <p:extLst>
      <p:ext uri="{BB962C8B-B14F-4D97-AF65-F5344CB8AC3E}">
        <p14:creationId xmlns:p14="http://schemas.microsoft.com/office/powerpoint/2010/main" val="406123012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E62ED-12FC-71A2-482D-3D6467A2D9E4}"/>
              </a:ext>
            </a:extLst>
          </p:cNvPr>
          <p:cNvSpPr>
            <a:spLocks noGrp="1"/>
          </p:cNvSpPr>
          <p:nvPr>
            <p:ph type="title"/>
          </p:nvPr>
        </p:nvSpPr>
        <p:spPr/>
        <p:txBody>
          <a:bodyPr>
            <a:normAutofit/>
          </a:bodyPr>
          <a:lstStyle/>
          <a:p>
            <a:r>
              <a:rPr lang="en-US" b="1" i="0" dirty="0">
                <a:solidFill>
                  <a:srgbClr val="374151"/>
                </a:solidFill>
                <a:effectLst/>
                <a:latin typeface="Söhne"/>
              </a:rPr>
              <a:t>Use Strong CORS Policies</a:t>
            </a:r>
            <a:endParaRPr lang="en-US" dirty="0"/>
          </a:p>
        </p:txBody>
      </p:sp>
      <p:sp>
        <p:nvSpPr>
          <p:cNvPr id="3" name="Content Placeholder 2">
            <a:extLst>
              <a:ext uri="{FF2B5EF4-FFF2-40B4-BE49-F238E27FC236}">
                <a16:creationId xmlns:a16="http://schemas.microsoft.com/office/drawing/2014/main" id="{5176E8BB-C422-4CE7-88B2-893911AA00DF}"/>
              </a:ext>
            </a:extLst>
          </p:cNvPr>
          <p:cNvSpPr>
            <a:spLocks noGrp="1"/>
          </p:cNvSpPr>
          <p:nvPr>
            <p:ph idx="1"/>
          </p:nvPr>
        </p:nvSpPr>
        <p:spPr/>
        <p:txBody>
          <a:bodyPr/>
          <a:lstStyle/>
          <a:p>
            <a:r>
              <a:rPr lang="en-US" b="0" i="0" dirty="0">
                <a:solidFill>
                  <a:srgbClr val="374151"/>
                </a:solidFill>
                <a:effectLst/>
                <a:latin typeface="Söhne"/>
              </a:rPr>
              <a:t>If your React app communicates with an API, ensure that Cross-Origin Resource Sharing (CORS) policies are correctly set up to limit which domains can access your resources.</a:t>
            </a:r>
            <a:endParaRPr lang="en-US" dirty="0"/>
          </a:p>
        </p:txBody>
      </p:sp>
    </p:spTree>
    <p:extLst>
      <p:ext uri="{BB962C8B-B14F-4D97-AF65-F5344CB8AC3E}">
        <p14:creationId xmlns:p14="http://schemas.microsoft.com/office/powerpoint/2010/main" val="332550260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Q&amp;A</a:t>
            </a:r>
          </a:p>
        </p:txBody>
      </p:sp>
      <p:sp>
        <p:nvSpPr>
          <p:cNvPr id="3" name="Content Placeholder 2"/>
          <p:cNvSpPr>
            <a:spLocks noGrp="1"/>
          </p:cNvSpPr>
          <p:nvPr>
            <p:ph idx="1"/>
          </p:nvPr>
        </p:nvSpPr>
        <p:spPr/>
        <p:txBody>
          <a:bodyPr/>
          <a:lstStyle/>
          <a:p>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16603</TotalTime>
  <Words>3743</Words>
  <Application>Microsoft Macintosh PowerPoint</Application>
  <PresentationFormat>On-screen Show (4:3)</PresentationFormat>
  <Paragraphs>623</Paragraphs>
  <Slides>110</Slides>
  <Notes>75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110</vt:i4>
      </vt:variant>
    </vt:vector>
  </HeadingPairs>
  <TitlesOfParts>
    <vt:vector size="115" baseType="lpstr">
      <vt:lpstr>Arial</vt:lpstr>
      <vt:lpstr>Calibri</vt:lpstr>
      <vt:lpstr>Courier New</vt:lpstr>
      <vt:lpstr>Söhne</vt:lpstr>
      <vt:lpstr>Office Theme</vt:lpstr>
      <vt:lpstr>Advanced React Development </vt:lpstr>
      <vt:lpstr>Introduction </vt:lpstr>
      <vt:lpstr>The Big Picture</vt:lpstr>
      <vt:lpstr>The Labs</vt:lpstr>
      <vt:lpstr>Bootstrapping React Apps</vt:lpstr>
      <vt:lpstr>React Frameworks</vt:lpstr>
      <vt:lpstr>A Deeper Dive into React Fundamentals</vt:lpstr>
      <vt:lpstr>React Component Lifecycle</vt:lpstr>
      <vt:lpstr>React Lifecycle</vt:lpstr>
      <vt:lpstr>React Lifecycle</vt:lpstr>
      <vt:lpstr>Introduction to Component Lifecycle</vt:lpstr>
      <vt:lpstr>Mounting Phase</vt:lpstr>
      <vt:lpstr>Updating Phase</vt:lpstr>
      <vt:lpstr>Unmounting Phase</vt:lpstr>
      <vt:lpstr>Error Handling Phase</vt:lpstr>
      <vt:lpstr>Lifecycle Methods in Hooks</vt:lpstr>
      <vt:lpstr>Lifecycle Best Practices</vt:lpstr>
      <vt:lpstr>Class Components</vt:lpstr>
      <vt:lpstr>State Management  with setState() in Class Components</vt:lpstr>
      <vt:lpstr>Function Components</vt:lpstr>
      <vt:lpstr>Hooks</vt:lpstr>
      <vt:lpstr>How to think about Hooks</vt:lpstr>
      <vt:lpstr>How to think about Hooks (cont.)</vt:lpstr>
      <vt:lpstr>Understanding useState</vt:lpstr>
      <vt:lpstr>Understanding useEffect</vt:lpstr>
      <vt:lpstr>Understanding useEffect (cont.)</vt:lpstr>
      <vt:lpstr>useCallback vs. useMemo</vt:lpstr>
      <vt:lpstr>useDeferredValue</vt:lpstr>
      <vt:lpstr>useTransition</vt:lpstr>
      <vt:lpstr>useLayoutEffect</vt:lpstr>
      <vt:lpstr>Lab: React Fundamentals</vt:lpstr>
      <vt:lpstr>React Router</vt:lpstr>
      <vt:lpstr>Introduction to React Router</vt:lpstr>
      <vt:lpstr>Router Component</vt:lpstr>
      <vt:lpstr>Routes Component</vt:lpstr>
      <vt:lpstr>Route Component</vt:lpstr>
      <vt:lpstr>Link and NavLink Components</vt:lpstr>
      <vt:lpstr>redirect</vt:lpstr>
      <vt:lpstr>Dynamic Routing</vt:lpstr>
      <vt:lpstr>Hooks in React Router</vt:lpstr>
      <vt:lpstr>Outlet Components</vt:lpstr>
      <vt:lpstr>Nested Routes</vt:lpstr>
      <vt:lpstr>Implementing Protected Routes</vt:lpstr>
      <vt:lpstr>Alternatives to React Router </vt:lpstr>
      <vt:lpstr>Next.js</vt:lpstr>
      <vt:lpstr>Lab: Routing and Authentication</vt:lpstr>
      <vt:lpstr>Redux: Introduction to Redux</vt:lpstr>
      <vt:lpstr>Redux: Redux Architecture</vt:lpstr>
      <vt:lpstr>Redux: Actions</vt:lpstr>
      <vt:lpstr>Redux: Dispatching Actions</vt:lpstr>
      <vt:lpstr>Dispatching Async Actions (Thunk)</vt:lpstr>
      <vt:lpstr>Redux: Reducers</vt:lpstr>
      <vt:lpstr>Redux: Store</vt:lpstr>
      <vt:lpstr>Redux: Redux Middleware</vt:lpstr>
      <vt:lpstr>Redux: Redux Thunk</vt:lpstr>
      <vt:lpstr>Redux: Redux Toolkit</vt:lpstr>
      <vt:lpstr>Redux: createAction</vt:lpstr>
      <vt:lpstr>Redux: createReducer</vt:lpstr>
      <vt:lpstr>createReducer with Payload</vt:lpstr>
      <vt:lpstr>createSlice</vt:lpstr>
      <vt:lpstr>Redux: createSelector</vt:lpstr>
      <vt:lpstr>Redux: Use with React</vt:lpstr>
      <vt:lpstr>Lab: Implementing Redux</vt:lpstr>
      <vt:lpstr>Micro Frontends</vt:lpstr>
      <vt:lpstr>Introduction to Micro-frontends</vt:lpstr>
      <vt:lpstr>React Micro Frontends</vt:lpstr>
      <vt:lpstr>Common strategies for React Micro frontends</vt:lpstr>
      <vt:lpstr>Shared State in React Micro Frontends</vt:lpstr>
      <vt:lpstr>Tools for Implementing Micro-frontends</vt:lpstr>
      <vt:lpstr>PowerPoint Presentation</vt:lpstr>
      <vt:lpstr>Performance Optimization</vt:lpstr>
      <vt:lpstr>Measuring Performance</vt:lpstr>
      <vt:lpstr>How Code Splitting Works</vt:lpstr>
      <vt:lpstr>Dynamic Imports</vt:lpstr>
      <vt:lpstr>React.lazy() and Suspense</vt:lpstr>
      <vt:lpstr>Lazy &amp; Suspense Example</vt:lpstr>
      <vt:lpstr>Route-based Code Splitting</vt:lpstr>
      <vt:lpstr>Performance Optimization in Class Components</vt:lpstr>
      <vt:lpstr>Performance Optimization in Functions</vt:lpstr>
      <vt:lpstr>Batching Updates</vt:lpstr>
      <vt:lpstr>Lazy Initialization</vt:lpstr>
      <vt:lpstr>Data Fetching Libraries / Hooks</vt:lpstr>
      <vt:lpstr>Web Workers</vt:lpstr>
      <vt:lpstr>Use Throttling to Limit Event Handlers</vt:lpstr>
      <vt:lpstr>Debouncing</vt:lpstr>
      <vt:lpstr>Introduction to Server-Side Rendering</vt:lpstr>
      <vt:lpstr>Client-Side Rendering vs Server-Side Rendering</vt:lpstr>
      <vt:lpstr>How SSR Works (&lt; React 18)</vt:lpstr>
      <vt:lpstr>How SSR works in React 18</vt:lpstr>
      <vt:lpstr>Introducing Server Components</vt:lpstr>
      <vt:lpstr>Tools for SSR in React</vt:lpstr>
      <vt:lpstr>Advantages of SSR</vt:lpstr>
      <vt:lpstr>Drawbacks of SSR</vt:lpstr>
      <vt:lpstr>Hydration</vt:lpstr>
      <vt:lpstr>Lab: Performance Optimizations</vt:lpstr>
      <vt:lpstr>Security Best Practices</vt:lpstr>
      <vt:lpstr>Use the Latest Version of React</vt:lpstr>
      <vt:lpstr>Escape User Input</vt:lpstr>
      <vt:lpstr>Avoid Inline Event Handlers with User Data</vt:lpstr>
      <vt:lpstr>Beware of Third-party Components</vt:lpstr>
      <vt:lpstr>Use HTTPS</vt:lpstr>
      <vt:lpstr>Manage Secrets Properly</vt:lpstr>
      <vt:lpstr>Validate and Sanitize Prop Data</vt:lpstr>
      <vt:lpstr>Handle Redirections Carefully</vt:lpstr>
      <vt:lpstr>Use Tokens for Authentication</vt:lpstr>
      <vt:lpstr>Keep Dependencies Updated</vt:lpstr>
      <vt:lpstr>Regularly Audit Dependencies</vt:lpstr>
      <vt:lpstr>Implement Rate Limiting and Throttling</vt:lpstr>
      <vt:lpstr>Use Strong CORS Policies</vt:lpstr>
      <vt:lpstr>Q&amp;A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
  <dc:creator/>
  <cp:keywords/>
  <dc:description>generated using python-pptx</dc:description>
  <cp:lastModifiedBy>Chris Minnick</cp:lastModifiedBy>
  <cp:revision>93</cp:revision>
  <dcterms:created xsi:type="dcterms:W3CDTF">2013-01-27T09:14:16Z</dcterms:created>
  <dcterms:modified xsi:type="dcterms:W3CDTF">2024-04-01T22:59:56Z</dcterms:modified>
  <cp:category/>
</cp:coreProperties>
</file>